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2"/>
    <p:sldId id="257" r:id="rId3"/>
    <p:sldId id="280" r:id="rId4"/>
    <p:sldId id="281" r:id="rId5"/>
    <p:sldId id="282" r:id="rId6"/>
    <p:sldId id="284" r:id="rId7"/>
    <p:sldId id="285" r:id="rId8"/>
    <p:sldId id="283" r:id="rId9"/>
    <p:sldId id="305" r:id="rId10"/>
    <p:sldId id="306" r:id="rId11"/>
    <p:sldId id="307" r:id="rId12"/>
    <p:sldId id="286" r:id="rId13"/>
    <p:sldId id="287" r:id="rId14"/>
    <p:sldId id="288" r:id="rId15"/>
    <p:sldId id="289" r:id="rId16"/>
    <p:sldId id="290" r:id="rId17"/>
    <p:sldId id="291" r:id="rId18"/>
    <p:sldId id="296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300" r:id="rId31"/>
    <p:sldId id="319" r:id="rId32"/>
    <p:sldId id="320" r:id="rId33"/>
    <p:sldId id="323" r:id="rId34"/>
    <p:sldId id="321" r:id="rId35"/>
    <p:sldId id="302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BE5DB7-405D-8C4C-AB71-2A8047EC9A88}" v="78" dt="2023-10-26T08:05:02.4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60"/>
    <p:restoredTop sz="96056"/>
  </p:normalViewPr>
  <p:slideViewPr>
    <p:cSldViewPr snapToGrid="0" snapToObjects="1" showGuides="1">
      <p:cViewPr>
        <p:scale>
          <a:sx n="118" d="100"/>
          <a:sy n="118" d="100"/>
        </p:scale>
        <p:origin x="-1272" y="208"/>
      </p:cViewPr>
      <p:guideLst>
        <p:guide orient="horz" pos="229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roeder, Julia" userId="22ffd91a-9b88-4279-86a5-c9a7a460afb6" providerId="ADAL" clId="{7F7B26AF-1B18-424C-BF03-2B149E521436}"/>
    <pc:docChg chg="modSld">
      <pc:chgData name="Schroeder, Julia" userId="22ffd91a-9b88-4279-86a5-c9a7a460afb6" providerId="ADAL" clId="{7F7B26AF-1B18-424C-BF03-2B149E521436}" dt="2022-10-27T10:15:58.765" v="0" actId="20577"/>
      <pc:docMkLst>
        <pc:docMk/>
      </pc:docMkLst>
      <pc:sldChg chg="modSp mod">
        <pc:chgData name="Schroeder, Julia" userId="22ffd91a-9b88-4279-86a5-c9a7a460afb6" providerId="ADAL" clId="{7F7B26AF-1B18-424C-BF03-2B149E521436}" dt="2022-10-27T10:15:58.765" v="0" actId="20577"/>
        <pc:sldMkLst>
          <pc:docMk/>
          <pc:sldMk cId="947882406" sldId="309"/>
        </pc:sldMkLst>
        <pc:spChg chg="mod">
          <ac:chgData name="Schroeder, Julia" userId="22ffd91a-9b88-4279-86a5-c9a7a460afb6" providerId="ADAL" clId="{7F7B26AF-1B18-424C-BF03-2B149E521436}" dt="2022-10-27T10:15:58.765" v="0" actId="20577"/>
          <ac:spMkLst>
            <pc:docMk/>
            <pc:sldMk cId="947882406" sldId="309"/>
            <ac:spMk id="3" creationId="{00000000-0000-0000-0000-000000000000}"/>
          </ac:spMkLst>
        </pc:spChg>
      </pc:sldChg>
    </pc:docChg>
  </pc:docChgLst>
  <pc:docChgLst>
    <pc:chgData name="Schroeder, Julia" userId="22ffd91a-9b88-4279-86a5-c9a7a460afb6" providerId="ADAL" clId="{0E187D53-CA45-EB4E-9B78-E0584762188F}"/>
    <pc:docChg chg="addSld modSld">
      <pc:chgData name="Schroeder, Julia" userId="22ffd91a-9b88-4279-86a5-c9a7a460afb6" providerId="ADAL" clId="{0E187D53-CA45-EB4E-9B78-E0584762188F}" dt="2020-10-28T08:08:59.718" v="97" actId="20577"/>
      <pc:docMkLst>
        <pc:docMk/>
      </pc:docMkLst>
      <pc:sldChg chg="modSp mod">
        <pc:chgData name="Schroeder, Julia" userId="22ffd91a-9b88-4279-86a5-c9a7a460afb6" providerId="ADAL" clId="{0E187D53-CA45-EB4E-9B78-E0584762188F}" dt="2020-10-28T08:08:25.545" v="4" actId="20577"/>
        <pc:sldMkLst>
          <pc:docMk/>
          <pc:sldMk cId="807813859" sldId="279"/>
        </pc:sldMkLst>
        <pc:spChg chg="mod">
          <ac:chgData name="Schroeder, Julia" userId="22ffd91a-9b88-4279-86a5-c9a7a460afb6" providerId="ADAL" clId="{0E187D53-CA45-EB4E-9B78-E0584762188F}" dt="2020-10-28T08:08:25.545" v="4" actId="20577"/>
          <ac:spMkLst>
            <pc:docMk/>
            <pc:sldMk cId="807813859" sldId="279"/>
            <ac:spMk id="3" creationId="{00000000-0000-0000-0000-000000000000}"/>
          </ac:spMkLst>
        </pc:spChg>
      </pc:sldChg>
      <pc:sldChg chg="add">
        <pc:chgData name="Schroeder, Julia" userId="22ffd91a-9b88-4279-86a5-c9a7a460afb6" providerId="ADAL" clId="{0E187D53-CA45-EB4E-9B78-E0584762188F}" dt="2020-10-28T08:04:36.629" v="0"/>
        <pc:sldMkLst>
          <pc:docMk/>
          <pc:sldMk cId="3799099737" sldId="293"/>
        </pc:sldMkLst>
      </pc:sldChg>
      <pc:sldChg chg="add">
        <pc:chgData name="Schroeder, Julia" userId="22ffd91a-9b88-4279-86a5-c9a7a460afb6" providerId="ADAL" clId="{0E187D53-CA45-EB4E-9B78-E0584762188F}" dt="2020-10-28T08:04:36.629" v="0"/>
        <pc:sldMkLst>
          <pc:docMk/>
          <pc:sldMk cId="1380084064" sldId="294"/>
        </pc:sldMkLst>
      </pc:sldChg>
      <pc:sldChg chg="add">
        <pc:chgData name="Schroeder, Julia" userId="22ffd91a-9b88-4279-86a5-c9a7a460afb6" providerId="ADAL" clId="{0E187D53-CA45-EB4E-9B78-E0584762188F}" dt="2020-10-28T08:04:36.629" v="0"/>
        <pc:sldMkLst>
          <pc:docMk/>
          <pc:sldMk cId="180560367" sldId="295"/>
        </pc:sldMkLst>
      </pc:sldChg>
      <pc:sldChg chg="add">
        <pc:chgData name="Schroeder, Julia" userId="22ffd91a-9b88-4279-86a5-c9a7a460afb6" providerId="ADAL" clId="{0E187D53-CA45-EB4E-9B78-E0584762188F}" dt="2020-10-28T08:04:36.629" v="0"/>
        <pc:sldMkLst>
          <pc:docMk/>
          <pc:sldMk cId="4136563221" sldId="297"/>
        </pc:sldMkLst>
      </pc:sldChg>
      <pc:sldChg chg="add">
        <pc:chgData name="Schroeder, Julia" userId="22ffd91a-9b88-4279-86a5-c9a7a460afb6" providerId="ADAL" clId="{0E187D53-CA45-EB4E-9B78-E0584762188F}" dt="2020-10-28T08:04:36.629" v="0"/>
        <pc:sldMkLst>
          <pc:docMk/>
          <pc:sldMk cId="2212839956" sldId="298"/>
        </pc:sldMkLst>
      </pc:sldChg>
      <pc:sldChg chg="add">
        <pc:chgData name="Schroeder, Julia" userId="22ffd91a-9b88-4279-86a5-c9a7a460afb6" providerId="ADAL" clId="{0E187D53-CA45-EB4E-9B78-E0584762188F}" dt="2020-10-28T08:04:36.629" v="0"/>
        <pc:sldMkLst>
          <pc:docMk/>
          <pc:sldMk cId="1312155460" sldId="299"/>
        </pc:sldMkLst>
      </pc:sldChg>
      <pc:sldChg chg="add">
        <pc:chgData name="Schroeder, Julia" userId="22ffd91a-9b88-4279-86a5-c9a7a460afb6" providerId="ADAL" clId="{0E187D53-CA45-EB4E-9B78-E0584762188F}" dt="2020-10-28T08:04:36.629" v="0"/>
        <pc:sldMkLst>
          <pc:docMk/>
          <pc:sldMk cId="858695345" sldId="300"/>
        </pc:sldMkLst>
      </pc:sldChg>
      <pc:sldChg chg="modSp mod">
        <pc:chgData name="Schroeder, Julia" userId="22ffd91a-9b88-4279-86a5-c9a7a460afb6" providerId="ADAL" clId="{0E187D53-CA45-EB4E-9B78-E0584762188F}" dt="2020-10-28T08:08:59.718" v="97" actId="20577"/>
        <pc:sldMkLst>
          <pc:docMk/>
          <pc:sldMk cId="741902098" sldId="302"/>
        </pc:sldMkLst>
        <pc:spChg chg="mod">
          <ac:chgData name="Schroeder, Julia" userId="22ffd91a-9b88-4279-86a5-c9a7a460afb6" providerId="ADAL" clId="{0E187D53-CA45-EB4E-9B78-E0584762188F}" dt="2020-10-28T08:08:59.718" v="97" actId="20577"/>
          <ac:spMkLst>
            <pc:docMk/>
            <pc:sldMk cId="741902098" sldId="302"/>
            <ac:spMk id="3" creationId="{00000000-0000-0000-0000-000000000000}"/>
          </ac:spMkLst>
        </pc:spChg>
      </pc:sldChg>
      <pc:sldChg chg="add">
        <pc:chgData name="Schroeder, Julia" userId="22ffd91a-9b88-4279-86a5-c9a7a460afb6" providerId="ADAL" clId="{0E187D53-CA45-EB4E-9B78-E0584762188F}" dt="2020-10-28T08:04:36.629" v="0"/>
        <pc:sldMkLst>
          <pc:docMk/>
          <pc:sldMk cId="2921859379" sldId="308"/>
        </pc:sldMkLst>
      </pc:sldChg>
      <pc:sldChg chg="add">
        <pc:chgData name="Schroeder, Julia" userId="22ffd91a-9b88-4279-86a5-c9a7a460afb6" providerId="ADAL" clId="{0E187D53-CA45-EB4E-9B78-E0584762188F}" dt="2020-10-28T08:04:36.629" v="0"/>
        <pc:sldMkLst>
          <pc:docMk/>
          <pc:sldMk cId="947882406" sldId="309"/>
        </pc:sldMkLst>
      </pc:sldChg>
      <pc:sldChg chg="add">
        <pc:chgData name="Schroeder, Julia" userId="22ffd91a-9b88-4279-86a5-c9a7a460afb6" providerId="ADAL" clId="{0E187D53-CA45-EB4E-9B78-E0584762188F}" dt="2020-10-28T08:04:36.629" v="0"/>
        <pc:sldMkLst>
          <pc:docMk/>
          <pc:sldMk cId="3100123738" sldId="310"/>
        </pc:sldMkLst>
      </pc:sldChg>
      <pc:sldChg chg="add">
        <pc:chgData name="Schroeder, Julia" userId="22ffd91a-9b88-4279-86a5-c9a7a460afb6" providerId="ADAL" clId="{0E187D53-CA45-EB4E-9B78-E0584762188F}" dt="2020-10-28T08:04:36.629" v="0"/>
        <pc:sldMkLst>
          <pc:docMk/>
          <pc:sldMk cId="943674390" sldId="311"/>
        </pc:sldMkLst>
      </pc:sldChg>
      <pc:sldChg chg="add">
        <pc:chgData name="Schroeder, Julia" userId="22ffd91a-9b88-4279-86a5-c9a7a460afb6" providerId="ADAL" clId="{0E187D53-CA45-EB4E-9B78-E0584762188F}" dt="2020-10-28T08:04:36.629" v="0"/>
        <pc:sldMkLst>
          <pc:docMk/>
          <pc:sldMk cId="2035721320" sldId="312"/>
        </pc:sldMkLst>
      </pc:sldChg>
      <pc:sldChg chg="add">
        <pc:chgData name="Schroeder, Julia" userId="22ffd91a-9b88-4279-86a5-c9a7a460afb6" providerId="ADAL" clId="{0E187D53-CA45-EB4E-9B78-E0584762188F}" dt="2020-10-28T08:04:36.629" v="0"/>
        <pc:sldMkLst>
          <pc:docMk/>
          <pc:sldMk cId="4002156196" sldId="313"/>
        </pc:sldMkLst>
      </pc:sldChg>
      <pc:sldChg chg="add">
        <pc:chgData name="Schroeder, Julia" userId="22ffd91a-9b88-4279-86a5-c9a7a460afb6" providerId="ADAL" clId="{0E187D53-CA45-EB4E-9B78-E0584762188F}" dt="2020-10-28T08:04:36.629" v="0"/>
        <pc:sldMkLst>
          <pc:docMk/>
          <pc:sldMk cId="823048285" sldId="314"/>
        </pc:sldMkLst>
      </pc:sldChg>
      <pc:sldChg chg="add">
        <pc:chgData name="Schroeder, Julia" userId="22ffd91a-9b88-4279-86a5-c9a7a460afb6" providerId="ADAL" clId="{0E187D53-CA45-EB4E-9B78-E0584762188F}" dt="2020-10-28T08:04:36.629" v="0"/>
        <pc:sldMkLst>
          <pc:docMk/>
          <pc:sldMk cId="2885568894" sldId="315"/>
        </pc:sldMkLst>
      </pc:sldChg>
      <pc:sldChg chg="add">
        <pc:chgData name="Schroeder, Julia" userId="22ffd91a-9b88-4279-86a5-c9a7a460afb6" providerId="ADAL" clId="{0E187D53-CA45-EB4E-9B78-E0584762188F}" dt="2020-10-28T08:04:36.629" v="0"/>
        <pc:sldMkLst>
          <pc:docMk/>
          <pc:sldMk cId="3171068411" sldId="316"/>
        </pc:sldMkLst>
      </pc:sldChg>
      <pc:sldChg chg="add">
        <pc:chgData name="Schroeder, Julia" userId="22ffd91a-9b88-4279-86a5-c9a7a460afb6" providerId="ADAL" clId="{0E187D53-CA45-EB4E-9B78-E0584762188F}" dt="2020-10-28T08:04:36.629" v="0"/>
        <pc:sldMkLst>
          <pc:docMk/>
          <pc:sldMk cId="2582102973" sldId="317"/>
        </pc:sldMkLst>
      </pc:sldChg>
      <pc:sldChg chg="add">
        <pc:chgData name="Schroeder, Julia" userId="22ffd91a-9b88-4279-86a5-c9a7a460afb6" providerId="ADAL" clId="{0E187D53-CA45-EB4E-9B78-E0584762188F}" dt="2020-10-28T08:04:36.629" v="0"/>
        <pc:sldMkLst>
          <pc:docMk/>
          <pc:sldMk cId="651151717" sldId="318"/>
        </pc:sldMkLst>
      </pc:sldChg>
      <pc:sldChg chg="add">
        <pc:chgData name="Schroeder, Julia" userId="22ffd91a-9b88-4279-86a5-c9a7a460afb6" providerId="ADAL" clId="{0E187D53-CA45-EB4E-9B78-E0584762188F}" dt="2020-10-28T08:04:36.629" v="0"/>
        <pc:sldMkLst>
          <pc:docMk/>
          <pc:sldMk cId="1104911118" sldId="319"/>
        </pc:sldMkLst>
      </pc:sldChg>
    </pc:docChg>
  </pc:docChgLst>
  <pc:docChgLst>
    <pc:chgData name="Schroeder, Julia" userId="22ffd91a-9b88-4279-86a5-c9a7a460afb6" providerId="ADAL" clId="{1A1F9B20-21F6-724A-BF2F-4A8083F41FB7}"/>
    <pc:docChg chg="undo custSel addSld delSld modSld">
      <pc:chgData name="Schroeder, Julia" userId="22ffd91a-9b88-4279-86a5-c9a7a460afb6" providerId="ADAL" clId="{1A1F9B20-21F6-724A-BF2F-4A8083F41FB7}" dt="2020-10-27T19:11:44.691" v="10" actId="2696"/>
      <pc:docMkLst>
        <pc:docMk/>
      </pc:docMkLst>
      <pc:sldChg chg="add del">
        <pc:chgData name="Schroeder, Julia" userId="22ffd91a-9b88-4279-86a5-c9a7a460afb6" providerId="ADAL" clId="{1A1F9B20-21F6-724A-BF2F-4A8083F41FB7}" dt="2020-10-27T19:11:05.300" v="3" actId="2696"/>
        <pc:sldMkLst>
          <pc:docMk/>
          <pc:sldMk cId="2049255921" sldId="286"/>
        </pc:sldMkLst>
      </pc:sldChg>
      <pc:sldChg chg="add del">
        <pc:chgData name="Schroeder, Julia" userId="22ffd91a-9b88-4279-86a5-c9a7a460afb6" providerId="ADAL" clId="{1A1F9B20-21F6-724A-BF2F-4A8083F41FB7}" dt="2020-10-27T19:11:05.300" v="3" actId="2696"/>
        <pc:sldMkLst>
          <pc:docMk/>
          <pc:sldMk cId="212829000" sldId="287"/>
        </pc:sldMkLst>
      </pc:sldChg>
      <pc:sldChg chg="add del">
        <pc:chgData name="Schroeder, Julia" userId="22ffd91a-9b88-4279-86a5-c9a7a460afb6" providerId="ADAL" clId="{1A1F9B20-21F6-724A-BF2F-4A8083F41FB7}" dt="2020-10-27T19:11:05.300" v="3" actId="2696"/>
        <pc:sldMkLst>
          <pc:docMk/>
          <pc:sldMk cId="53796629" sldId="288"/>
        </pc:sldMkLst>
      </pc:sldChg>
      <pc:sldChg chg="add del">
        <pc:chgData name="Schroeder, Julia" userId="22ffd91a-9b88-4279-86a5-c9a7a460afb6" providerId="ADAL" clId="{1A1F9B20-21F6-724A-BF2F-4A8083F41FB7}" dt="2020-10-27T19:11:05.300" v="3" actId="2696"/>
        <pc:sldMkLst>
          <pc:docMk/>
          <pc:sldMk cId="386192921" sldId="289"/>
        </pc:sldMkLst>
      </pc:sldChg>
      <pc:sldChg chg="add del">
        <pc:chgData name="Schroeder, Julia" userId="22ffd91a-9b88-4279-86a5-c9a7a460afb6" providerId="ADAL" clId="{1A1F9B20-21F6-724A-BF2F-4A8083F41FB7}" dt="2020-10-27T19:11:05.300" v="3" actId="2696"/>
        <pc:sldMkLst>
          <pc:docMk/>
          <pc:sldMk cId="239162920" sldId="290"/>
        </pc:sldMkLst>
      </pc:sldChg>
      <pc:sldChg chg="add del">
        <pc:chgData name="Schroeder, Julia" userId="22ffd91a-9b88-4279-86a5-c9a7a460afb6" providerId="ADAL" clId="{1A1F9B20-21F6-724A-BF2F-4A8083F41FB7}" dt="2020-10-27T19:11:05.300" v="3" actId="2696"/>
        <pc:sldMkLst>
          <pc:docMk/>
          <pc:sldMk cId="1835821370" sldId="291"/>
        </pc:sldMkLst>
      </pc:sldChg>
      <pc:sldChg chg="add del">
        <pc:chgData name="Schroeder, Julia" userId="22ffd91a-9b88-4279-86a5-c9a7a460afb6" providerId="ADAL" clId="{1A1F9B20-21F6-724A-BF2F-4A8083F41FB7}" dt="2020-10-27T19:11:05.300" v="3" actId="2696"/>
        <pc:sldMkLst>
          <pc:docMk/>
          <pc:sldMk cId="1006965438" sldId="296"/>
        </pc:sldMkLst>
      </pc:sldChg>
      <pc:sldChg chg="add del">
        <pc:chgData name="Schroeder, Julia" userId="22ffd91a-9b88-4279-86a5-c9a7a460afb6" providerId="ADAL" clId="{1A1F9B20-21F6-724A-BF2F-4A8083F41FB7}" dt="2020-10-27T19:11:25.690" v="4" actId="2696"/>
        <pc:sldMkLst>
          <pc:docMk/>
          <pc:sldMk cId="1714639494" sldId="297"/>
        </pc:sldMkLst>
      </pc:sldChg>
      <pc:sldChg chg="add del">
        <pc:chgData name="Schroeder, Julia" userId="22ffd91a-9b88-4279-86a5-c9a7a460afb6" providerId="ADAL" clId="{1A1F9B20-21F6-724A-BF2F-4A8083F41FB7}" dt="2020-10-27T19:11:26.501" v="5" actId="2696"/>
        <pc:sldMkLst>
          <pc:docMk/>
          <pc:sldMk cId="1579027982" sldId="298"/>
        </pc:sldMkLst>
      </pc:sldChg>
      <pc:sldChg chg="add del">
        <pc:chgData name="Schroeder, Julia" userId="22ffd91a-9b88-4279-86a5-c9a7a460afb6" providerId="ADAL" clId="{1A1F9B20-21F6-724A-BF2F-4A8083F41FB7}" dt="2020-10-27T19:11:27.362" v="6" actId="2696"/>
        <pc:sldMkLst>
          <pc:docMk/>
          <pc:sldMk cId="785993285" sldId="299"/>
        </pc:sldMkLst>
      </pc:sldChg>
      <pc:sldChg chg="add del">
        <pc:chgData name="Schroeder, Julia" userId="22ffd91a-9b88-4279-86a5-c9a7a460afb6" providerId="ADAL" clId="{1A1F9B20-21F6-724A-BF2F-4A8083F41FB7}" dt="2020-10-27T19:11:28.154" v="7" actId="2696"/>
        <pc:sldMkLst>
          <pc:docMk/>
          <pc:sldMk cId="1552335408" sldId="300"/>
        </pc:sldMkLst>
      </pc:sldChg>
      <pc:sldChg chg="add del">
        <pc:chgData name="Schroeder, Julia" userId="22ffd91a-9b88-4279-86a5-c9a7a460afb6" providerId="ADAL" clId="{1A1F9B20-21F6-724A-BF2F-4A8083F41FB7}" dt="2020-10-27T19:11:30.234" v="8" actId="2696"/>
        <pc:sldMkLst>
          <pc:docMk/>
          <pc:sldMk cId="855227329" sldId="301"/>
        </pc:sldMkLst>
      </pc:sldChg>
      <pc:sldChg chg="modSp mod">
        <pc:chgData name="Schroeder, Julia" userId="22ffd91a-9b88-4279-86a5-c9a7a460afb6" providerId="ADAL" clId="{1A1F9B20-21F6-724A-BF2F-4A8083F41FB7}" dt="2020-10-27T19:11:04.149" v="2" actId="20577"/>
        <pc:sldMkLst>
          <pc:docMk/>
          <pc:sldMk cId="741902098" sldId="302"/>
        </pc:sldMkLst>
        <pc:spChg chg="mod">
          <ac:chgData name="Schroeder, Julia" userId="22ffd91a-9b88-4279-86a5-c9a7a460afb6" providerId="ADAL" clId="{1A1F9B20-21F6-724A-BF2F-4A8083F41FB7}" dt="2020-10-27T19:11:04.149" v="2" actId="20577"/>
          <ac:spMkLst>
            <pc:docMk/>
            <pc:sldMk cId="741902098" sldId="302"/>
            <ac:spMk id="3" creationId="{00000000-0000-0000-0000-000000000000}"/>
          </ac:spMkLst>
        </pc:spChg>
      </pc:sldChg>
      <pc:sldChg chg="add del">
        <pc:chgData name="Schroeder, Julia" userId="22ffd91a-9b88-4279-86a5-c9a7a460afb6" providerId="ADAL" clId="{1A1F9B20-21F6-724A-BF2F-4A8083F41FB7}" dt="2020-10-27T19:11:31.012" v="9" actId="2696"/>
        <pc:sldMkLst>
          <pc:docMk/>
          <pc:sldMk cId="2043015734" sldId="303"/>
        </pc:sldMkLst>
      </pc:sldChg>
      <pc:sldChg chg="del">
        <pc:chgData name="Schroeder, Julia" userId="22ffd91a-9b88-4279-86a5-c9a7a460afb6" providerId="ADAL" clId="{1A1F9B20-21F6-724A-BF2F-4A8083F41FB7}" dt="2020-10-27T19:11:44.691" v="10" actId="2696"/>
        <pc:sldMkLst>
          <pc:docMk/>
          <pc:sldMk cId="716121594" sldId="304"/>
        </pc:sldMkLst>
      </pc:sldChg>
    </pc:docChg>
  </pc:docChgLst>
  <pc:docChgLst>
    <pc:chgData name="Schroeder, Julia" userId="22ffd91a-9b88-4279-86a5-c9a7a460afb6" providerId="ADAL" clId="{94BE5DB7-405D-8C4C-AB71-2A8047EC9A88}"/>
    <pc:docChg chg="undo redo custSel addSld delSld modSld">
      <pc:chgData name="Schroeder, Julia" userId="22ffd91a-9b88-4279-86a5-c9a7a460afb6" providerId="ADAL" clId="{94BE5DB7-405D-8C4C-AB71-2A8047EC9A88}" dt="2023-10-26T08:05:02.460" v="738"/>
      <pc:docMkLst>
        <pc:docMk/>
      </pc:docMkLst>
      <pc:sldChg chg="del">
        <pc:chgData name="Schroeder, Julia" userId="22ffd91a-9b88-4279-86a5-c9a7a460afb6" providerId="ADAL" clId="{94BE5DB7-405D-8C4C-AB71-2A8047EC9A88}" dt="2023-10-26T07:44:37.374" v="28" actId="2696"/>
        <pc:sldMkLst>
          <pc:docMk/>
          <pc:sldMk cId="3799099737" sldId="293"/>
        </pc:sldMkLst>
      </pc:sldChg>
      <pc:sldChg chg="del">
        <pc:chgData name="Schroeder, Julia" userId="22ffd91a-9b88-4279-86a5-c9a7a460afb6" providerId="ADAL" clId="{94BE5DB7-405D-8C4C-AB71-2A8047EC9A88}" dt="2023-10-26T07:44:37.390" v="31" actId="2696"/>
        <pc:sldMkLst>
          <pc:docMk/>
          <pc:sldMk cId="1380084064" sldId="294"/>
        </pc:sldMkLst>
      </pc:sldChg>
      <pc:sldChg chg="del">
        <pc:chgData name="Schroeder, Julia" userId="22ffd91a-9b88-4279-86a5-c9a7a460afb6" providerId="ADAL" clId="{94BE5DB7-405D-8C4C-AB71-2A8047EC9A88}" dt="2023-10-26T07:44:37.379" v="30" actId="2696"/>
        <pc:sldMkLst>
          <pc:docMk/>
          <pc:sldMk cId="180560367" sldId="295"/>
        </pc:sldMkLst>
      </pc:sldChg>
      <pc:sldChg chg="del">
        <pc:chgData name="Schroeder, Julia" userId="22ffd91a-9b88-4279-86a5-c9a7a460afb6" providerId="ADAL" clId="{94BE5DB7-405D-8C4C-AB71-2A8047EC9A88}" dt="2023-10-26T07:44:37.399" v="32" actId="2696"/>
        <pc:sldMkLst>
          <pc:docMk/>
          <pc:sldMk cId="4136563221" sldId="297"/>
        </pc:sldMkLst>
      </pc:sldChg>
      <pc:sldChg chg="del">
        <pc:chgData name="Schroeder, Julia" userId="22ffd91a-9b88-4279-86a5-c9a7a460afb6" providerId="ADAL" clId="{94BE5DB7-405D-8C4C-AB71-2A8047EC9A88}" dt="2023-10-26T07:44:37.412" v="34" actId="2696"/>
        <pc:sldMkLst>
          <pc:docMk/>
          <pc:sldMk cId="2212839956" sldId="298"/>
        </pc:sldMkLst>
      </pc:sldChg>
      <pc:sldChg chg="modSp del mod">
        <pc:chgData name="Schroeder, Julia" userId="22ffd91a-9b88-4279-86a5-c9a7a460afb6" providerId="ADAL" clId="{94BE5DB7-405D-8C4C-AB71-2A8047EC9A88}" dt="2023-10-26T07:44:37.402" v="33" actId="2696"/>
        <pc:sldMkLst>
          <pc:docMk/>
          <pc:sldMk cId="1312155460" sldId="299"/>
        </pc:sldMkLst>
        <pc:spChg chg="mod">
          <ac:chgData name="Schroeder, Julia" userId="22ffd91a-9b88-4279-86a5-c9a7a460afb6" providerId="ADAL" clId="{94BE5DB7-405D-8C4C-AB71-2A8047EC9A88}" dt="2023-10-26T07:35:15.399" v="27" actId="20577"/>
          <ac:spMkLst>
            <pc:docMk/>
            <pc:sldMk cId="1312155460" sldId="299"/>
            <ac:spMk id="6" creationId="{4F4E980B-5628-7E43-84D7-73F28EC70DBF}"/>
          </ac:spMkLst>
        </pc:spChg>
      </pc:sldChg>
      <pc:sldChg chg="del">
        <pc:chgData name="Schroeder, Julia" userId="22ffd91a-9b88-4279-86a5-c9a7a460afb6" providerId="ADAL" clId="{94BE5DB7-405D-8C4C-AB71-2A8047EC9A88}" dt="2023-10-26T07:44:37.377" v="29" actId="2696"/>
        <pc:sldMkLst>
          <pc:docMk/>
          <pc:sldMk cId="1104911118" sldId="319"/>
        </pc:sldMkLst>
      </pc:sldChg>
      <pc:sldChg chg="modSp new mod">
        <pc:chgData name="Schroeder, Julia" userId="22ffd91a-9b88-4279-86a5-c9a7a460afb6" providerId="ADAL" clId="{94BE5DB7-405D-8C4C-AB71-2A8047EC9A88}" dt="2023-10-26T07:45:50.925" v="334" actId="20577"/>
        <pc:sldMkLst>
          <pc:docMk/>
          <pc:sldMk cId="3717040890" sldId="319"/>
        </pc:sldMkLst>
        <pc:spChg chg="mod">
          <ac:chgData name="Schroeder, Julia" userId="22ffd91a-9b88-4279-86a5-c9a7a460afb6" providerId="ADAL" clId="{94BE5DB7-405D-8C4C-AB71-2A8047EC9A88}" dt="2023-10-26T07:45:04.429" v="119" actId="20577"/>
          <ac:spMkLst>
            <pc:docMk/>
            <pc:sldMk cId="3717040890" sldId="319"/>
            <ac:spMk id="2" creationId="{64A03961-FE6E-4971-96BA-94941259B62F}"/>
          </ac:spMkLst>
        </pc:spChg>
        <pc:spChg chg="mod">
          <ac:chgData name="Schroeder, Julia" userId="22ffd91a-9b88-4279-86a5-c9a7a460afb6" providerId="ADAL" clId="{94BE5DB7-405D-8C4C-AB71-2A8047EC9A88}" dt="2023-10-26T07:45:50.925" v="334" actId="20577"/>
          <ac:spMkLst>
            <pc:docMk/>
            <pc:sldMk cId="3717040890" sldId="319"/>
            <ac:spMk id="3" creationId="{AD2C0DE4-C694-70DC-3297-BC65C71B2FC1}"/>
          </ac:spMkLst>
        </pc:spChg>
      </pc:sldChg>
      <pc:sldChg chg="addSp delSp modSp new mod modClrScheme modAnim chgLayout">
        <pc:chgData name="Schroeder, Julia" userId="22ffd91a-9b88-4279-86a5-c9a7a460afb6" providerId="ADAL" clId="{94BE5DB7-405D-8C4C-AB71-2A8047EC9A88}" dt="2023-10-26T07:57:57.612" v="678" actId="478"/>
        <pc:sldMkLst>
          <pc:docMk/>
          <pc:sldMk cId="1339015514" sldId="320"/>
        </pc:sldMkLst>
        <pc:spChg chg="mod ord">
          <ac:chgData name="Schroeder, Julia" userId="22ffd91a-9b88-4279-86a5-c9a7a460afb6" providerId="ADAL" clId="{94BE5DB7-405D-8C4C-AB71-2A8047EC9A88}" dt="2023-10-26T07:46:18.060" v="397" actId="700"/>
          <ac:spMkLst>
            <pc:docMk/>
            <pc:sldMk cId="1339015514" sldId="320"/>
            <ac:spMk id="2" creationId="{1BCDA80C-BDAF-1CE8-F443-218684C40354}"/>
          </ac:spMkLst>
        </pc:spChg>
        <pc:spChg chg="del mod ord">
          <ac:chgData name="Schroeder, Julia" userId="22ffd91a-9b88-4279-86a5-c9a7a460afb6" providerId="ADAL" clId="{94BE5DB7-405D-8C4C-AB71-2A8047EC9A88}" dt="2023-10-26T07:46:18.060" v="397" actId="700"/>
          <ac:spMkLst>
            <pc:docMk/>
            <pc:sldMk cId="1339015514" sldId="320"/>
            <ac:spMk id="3" creationId="{D368F44D-0485-BC73-C17E-E073E3D33584}"/>
          </ac:spMkLst>
        </pc:spChg>
        <pc:spChg chg="add del mod ord">
          <ac:chgData name="Schroeder, Julia" userId="22ffd91a-9b88-4279-86a5-c9a7a460afb6" providerId="ADAL" clId="{94BE5DB7-405D-8C4C-AB71-2A8047EC9A88}" dt="2023-10-26T07:46:47.829" v="398"/>
          <ac:spMkLst>
            <pc:docMk/>
            <pc:sldMk cId="1339015514" sldId="320"/>
            <ac:spMk id="4" creationId="{33D1FC12-6D77-46D0-A440-BB911FC6425B}"/>
          </ac:spMkLst>
        </pc:spChg>
        <pc:spChg chg="add del mod ord">
          <ac:chgData name="Schroeder, Julia" userId="22ffd91a-9b88-4279-86a5-c9a7a460afb6" providerId="ADAL" clId="{94BE5DB7-405D-8C4C-AB71-2A8047EC9A88}" dt="2023-10-26T07:47:19.330" v="401"/>
          <ac:spMkLst>
            <pc:docMk/>
            <pc:sldMk cId="1339015514" sldId="320"/>
            <ac:spMk id="5" creationId="{9C5F58C4-CC6D-052E-A1CD-8E33DD1C5D9F}"/>
          </ac:spMkLst>
        </pc:spChg>
        <pc:spChg chg="add mod">
          <ac:chgData name="Schroeder, Julia" userId="22ffd91a-9b88-4279-86a5-c9a7a460afb6" providerId="ADAL" clId="{94BE5DB7-405D-8C4C-AB71-2A8047EC9A88}" dt="2023-10-26T07:51:57.439" v="469" actId="1076"/>
          <ac:spMkLst>
            <pc:docMk/>
            <pc:sldMk cId="1339015514" sldId="320"/>
            <ac:spMk id="26" creationId="{FAECF5E3-AB44-A712-915B-9E8FF4C8B203}"/>
          </ac:spMkLst>
        </pc:spChg>
        <pc:spChg chg="add mod">
          <ac:chgData name="Schroeder, Julia" userId="22ffd91a-9b88-4279-86a5-c9a7a460afb6" providerId="ADAL" clId="{94BE5DB7-405D-8C4C-AB71-2A8047EC9A88}" dt="2023-10-26T07:52:42.908" v="481" actId="20577"/>
          <ac:spMkLst>
            <pc:docMk/>
            <pc:sldMk cId="1339015514" sldId="320"/>
            <ac:spMk id="28" creationId="{6775F4B2-80DA-97B1-4B63-75BF327334B0}"/>
          </ac:spMkLst>
        </pc:spChg>
        <pc:spChg chg="add del mod">
          <ac:chgData name="Schroeder, Julia" userId="22ffd91a-9b88-4279-86a5-c9a7a460afb6" providerId="ADAL" clId="{94BE5DB7-405D-8C4C-AB71-2A8047EC9A88}" dt="2023-10-26T07:55:53.038" v="637"/>
          <ac:spMkLst>
            <pc:docMk/>
            <pc:sldMk cId="1339015514" sldId="320"/>
            <ac:spMk id="29" creationId="{65611FF4-2188-858B-DFF3-1DBD567F8038}"/>
          </ac:spMkLst>
        </pc:spChg>
        <pc:spChg chg="add del mod">
          <ac:chgData name="Schroeder, Julia" userId="22ffd91a-9b88-4279-86a5-c9a7a460afb6" providerId="ADAL" clId="{94BE5DB7-405D-8C4C-AB71-2A8047EC9A88}" dt="2023-10-26T07:57:57.612" v="678" actId="478"/>
          <ac:spMkLst>
            <pc:docMk/>
            <pc:sldMk cId="1339015514" sldId="320"/>
            <ac:spMk id="30" creationId="{CFDDFE0D-8041-7653-45FA-0C92E37A790E}"/>
          </ac:spMkLst>
        </pc:spChg>
        <pc:grpChg chg="add del mod">
          <ac:chgData name="Schroeder, Julia" userId="22ffd91a-9b88-4279-86a5-c9a7a460afb6" providerId="ADAL" clId="{94BE5DB7-405D-8C4C-AB71-2A8047EC9A88}" dt="2023-10-26T07:48:59.254" v="407" actId="165"/>
          <ac:grpSpMkLst>
            <pc:docMk/>
            <pc:sldMk cId="1339015514" sldId="320"/>
            <ac:grpSpMk id="14" creationId="{760459B6-B8E9-0D85-A4A2-D65BAAE2334A}"/>
          </ac:grpSpMkLst>
        </pc:grpChg>
        <pc:picChg chg="add mod">
          <ac:chgData name="Schroeder, Julia" userId="22ffd91a-9b88-4279-86a5-c9a7a460afb6" providerId="ADAL" clId="{94BE5DB7-405D-8C4C-AB71-2A8047EC9A88}" dt="2023-10-26T07:46:56.061" v="400" actId="1076"/>
          <ac:picMkLst>
            <pc:docMk/>
            <pc:sldMk cId="1339015514" sldId="320"/>
            <ac:picMk id="7" creationId="{39BF0B39-C8BC-B54A-3FED-B1B8B2BD723E}"/>
          </ac:picMkLst>
        </pc:picChg>
        <pc:picChg chg="add mod">
          <ac:chgData name="Schroeder, Julia" userId="22ffd91a-9b88-4279-86a5-c9a7a460afb6" providerId="ADAL" clId="{94BE5DB7-405D-8C4C-AB71-2A8047EC9A88}" dt="2023-10-26T07:47:21.958" v="402" actId="14100"/>
          <ac:picMkLst>
            <pc:docMk/>
            <pc:sldMk cId="1339015514" sldId="320"/>
            <ac:picMk id="9" creationId="{9EE75CDB-2467-5924-7FA1-9F75F0BC1B71}"/>
          </ac:picMkLst>
        </pc:picChg>
        <pc:picChg chg="add mod topLvl">
          <ac:chgData name="Schroeder, Julia" userId="22ffd91a-9b88-4279-86a5-c9a7a460afb6" providerId="ADAL" clId="{94BE5DB7-405D-8C4C-AB71-2A8047EC9A88}" dt="2023-10-26T07:48:59.254" v="407" actId="165"/>
          <ac:picMkLst>
            <pc:docMk/>
            <pc:sldMk cId="1339015514" sldId="320"/>
            <ac:picMk id="10" creationId="{BEF8B717-AA0F-7591-E1E9-AF4B0CDB0DAB}"/>
          </ac:picMkLst>
        </pc:picChg>
        <pc:cxnChg chg="add mod topLvl">
          <ac:chgData name="Schroeder, Julia" userId="22ffd91a-9b88-4279-86a5-c9a7a460afb6" providerId="ADAL" clId="{94BE5DB7-405D-8C4C-AB71-2A8047EC9A88}" dt="2023-10-26T07:50:49.306" v="428" actId="1076"/>
          <ac:cxnSpMkLst>
            <pc:docMk/>
            <pc:sldMk cId="1339015514" sldId="320"/>
            <ac:cxnSpMk id="11" creationId="{77C6859D-BC7B-802C-C4B8-FE5CCF5D696F}"/>
          </ac:cxnSpMkLst>
        </pc:cxnChg>
        <pc:cxnChg chg="add del mod topLvl">
          <ac:chgData name="Schroeder, Julia" userId="22ffd91a-9b88-4279-86a5-c9a7a460afb6" providerId="ADAL" clId="{94BE5DB7-405D-8C4C-AB71-2A8047EC9A88}" dt="2023-10-26T07:49:38.719" v="413" actId="478"/>
          <ac:cxnSpMkLst>
            <pc:docMk/>
            <pc:sldMk cId="1339015514" sldId="320"/>
            <ac:cxnSpMk id="12" creationId="{34E2EAB6-7429-40D6-9F4A-CBC7D0CD7532}"/>
          </ac:cxnSpMkLst>
        </pc:cxnChg>
        <pc:cxnChg chg="add del mod topLvl">
          <ac:chgData name="Schroeder, Julia" userId="22ffd91a-9b88-4279-86a5-c9a7a460afb6" providerId="ADAL" clId="{94BE5DB7-405D-8C4C-AB71-2A8047EC9A88}" dt="2023-10-26T07:49:37.278" v="412" actId="478"/>
          <ac:cxnSpMkLst>
            <pc:docMk/>
            <pc:sldMk cId="1339015514" sldId="320"/>
            <ac:cxnSpMk id="13" creationId="{07401AED-B710-DB92-002D-7B90416EFE6A}"/>
          </ac:cxnSpMkLst>
        </pc:cxnChg>
        <pc:cxnChg chg="add mod">
          <ac:chgData name="Schroeder, Julia" userId="22ffd91a-9b88-4279-86a5-c9a7a460afb6" providerId="ADAL" clId="{94BE5DB7-405D-8C4C-AB71-2A8047EC9A88}" dt="2023-10-26T07:50:46.428" v="427" actId="1038"/>
          <ac:cxnSpMkLst>
            <pc:docMk/>
            <pc:sldMk cId="1339015514" sldId="320"/>
            <ac:cxnSpMk id="15" creationId="{EDA3B275-69A6-29BA-5F67-75C23F32F1DD}"/>
          </ac:cxnSpMkLst>
        </pc:cxnChg>
        <pc:cxnChg chg="add mod">
          <ac:chgData name="Schroeder, Julia" userId="22ffd91a-9b88-4279-86a5-c9a7a460afb6" providerId="ADAL" clId="{94BE5DB7-405D-8C4C-AB71-2A8047EC9A88}" dt="2023-10-26T07:51:13.143" v="435" actId="14100"/>
          <ac:cxnSpMkLst>
            <pc:docMk/>
            <pc:sldMk cId="1339015514" sldId="320"/>
            <ac:cxnSpMk id="20" creationId="{F101B842-1C6C-223D-5ADD-46C9A735E238}"/>
          </ac:cxnSpMkLst>
        </pc:cxnChg>
        <pc:cxnChg chg="add mod">
          <ac:chgData name="Schroeder, Julia" userId="22ffd91a-9b88-4279-86a5-c9a7a460afb6" providerId="ADAL" clId="{94BE5DB7-405D-8C4C-AB71-2A8047EC9A88}" dt="2023-10-26T07:52:02.258" v="470" actId="14100"/>
          <ac:cxnSpMkLst>
            <pc:docMk/>
            <pc:sldMk cId="1339015514" sldId="320"/>
            <ac:cxnSpMk id="22" creationId="{053E5632-3650-9FE3-FF97-D95B317B4FA9}"/>
          </ac:cxnSpMkLst>
        </pc:cxnChg>
      </pc:sldChg>
      <pc:sldChg chg="addSp delSp modSp add del mod modAnim">
        <pc:chgData name="Schroeder, Julia" userId="22ffd91a-9b88-4279-86a5-c9a7a460afb6" providerId="ADAL" clId="{94BE5DB7-405D-8C4C-AB71-2A8047EC9A88}" dt="2023-10-26T08:05:02.460" v="738"/>
        <pc:sldMkLst>
          <pc:docMk/>
          <pc:sldMk cId="2296911808" sldId="321"/>
        </pc:sldMkLst>
        <pc:spChg chg="mod">
          <ac:chgData name="Schroeder, Julia" userId="22ffd91a-9b88-4279-86a5-c9a7a460afb6" providerId="ADAL" clId="{94BE5DB7-405D-8C4C-AB71-2A8047EC9A88}" dt="2023-10-26T07:53:53.978" v="487" actId="20577"/>
          <ac:spMkLst>
            <pc:docMk/>
            <pc:sldMk cId="2296911808" sldId="321"/>
            <ac:spMk id="2" creationId="{1BCDA80C-BDAF-1CE8-F443-218684C40354}"/>
          </ac:spMkLst>
        </pc:spChg>
        <pc:spChg chg="add mod">
          <ac:chgData name="Schroeder, Julia" userId="22ffd91a-9b88-4279-86a5-c9a7a460afb6" providerId="ADAL" clId="{94BE5DB7-405D-8C4C-AB71-2A8047EC9A88}" dt="2023-10-26T08:03:44.798" v="735" actId="58"/>
          <ac:spMkLst>
            <pc:docMk/>
            <pc:sldMk cId="2296911808" sldId="321"/>
            <ac:spMk id="4" creationId="{3222950B-A93A-0477-E034-D64F8D311A5C}"/>
          </ac:spMkLst>
        </pc:spChg>
        <pc:spChg chg="add mod">
          <ac:chgData name="Schroeder, Julia" userId="22ffd91a-9b88-4279-86a5-c9a7a460afb6" providerId="ADAL" clId="{94BE5DB7-405D-8C4C-AB71-2A8047EC9A88}" dt="2023-10-26T08:05:00.773" v="737" actId="1076"/>
          <ac:spMkLst>
            <pc:docMk/>
            <pc:sldMk cId="2296911808" sldId="321"/>
            <ac:spMk id="6" creationId="{977B754A-81A8-69FC-ACF7-D8A99467E82F}"/>
          </ac:spMkLst>
        </pc:spChg>
        <pc:spChg chg="del">
          <ac:chgData name="Schroeder, Julia" userId="22ffd91a-9b88-4279-86a5-c9a7a460afb6" providerId="ADAL" clId="{94BE5DB7-405D-8C4C-AB71-2A8047EC9A88}" dt="2023-10-26T07:55:04.744" v="634" actId="478"/>
          <ac:spMkLst>
            <pc:docMk/>
            <pc:sldMk cId="2296911808" sldId="321"/>
            <ac:spMk id="28" creationId="{6775F4B2-80DA-97B1-4B63-75BF327334B0}"/>
          </ac:spMkLst>
        </pc:spChg>
        <pc:picChg chg="add mod">
          <ac:chgData name="Schroeder, Julia" userId="22ffd91a-9b88-4279-86a5-c9a7a460afb6" providerId="ADAL" clId="{94BE5DB7-405D-8C4C-AB71-2A8047EC9A88}" dt="2023-10-26T08:05:00.773" v="737" actId="1076"/>
          <ac:picMkLst>
            <pc:docMk/>
            <pc:sldMk cId="2296911808" sldId="321"/>
            <ac:picMk id="5" creationId="{890161D8-06B8-6508-FB57-FF1868587795}"/>
          </ac:picMkLst>
        </pc:picChg>
        <pc:picChg chg="del">
          <ac:chgData name="Schroeder, Julia" userId="22ffd91a-9b88-4279-86a5-c9a7a460afb6" providerId="ADAL" clId="{94BE5DB7-405D-8C4C-AB71-2A8047EC9A88}" dt="2023-10-26T07:53:44.577" v="486" actId="478"/>
          <ac:picMkLst>
            <pc:docMk/>
            <pc:sldMk cId="2296911808" sldId="321"/>
            <ac:picMk id="7" creationId="{39BF0B39-C8BC-B54A-3FED-B1B8B2BD723E}"/>
          </ac:picMkLst>
        </pc:picChg>
        <pc:picChg chg="mod">
          <ac:chgData name="Schroeder, Julia" userId="22ffd91a-9b88-4279-86a5-c9a7a460afb6" providerId="ADAL" clId="{94BE5DB7-405D-8C4C-AB71-2A8047EC9A88}" dt="2023-10-26T08:03:02.547" v="714" actId="1076"/>
          <ac:picMkLst>
            <pc:docMk/>
            <pc:sldMk cId="2296911808" sldId="321"/>
            <ac:picMk id="9" creationId="{9EE75CDB-2467-5924-7FA1-9F75F0BC1B71}"/>
          </ac:picMkLst>
        </pc:picChg>
      </pc:sldChg>
      <pc:sldChg chg="new del">
        <pc:chgData name="Schroeder, Julia" userId="22ffd91a-9b88-4279-86a5-c9a7a460afb6" providerId="ADAL" clId="{94BE5DB7-405D-8C4C-AB71-2A8047EC9A88}" dt="2023-10-26T07:56:02.896" v="641" actId="2696"/>
        <pc:sldMkLst>
          <pc:docMk/>
          <pc:sldMk cId="998047721" sldId="322"/>
        </pc:sldMkLst>
      </pc:sldChg>
      <pc:sldChg chg="addSp delSp modSp add mod delAnim modAnim">
        <pc:chgData name="Schroeder, Julia" userId="22ffd91a-9b88-4279-86a5-c9a7a460afb6" providerId="ADAL" clId="{94BE5DB7-405D-8C4C-AB71-2A8047EC9A88}" dt="2023-10-26T08:02:31.497" v="709"/>
        <pc:sldMkLst>
          <pc:docMk/>
          <pc:sldMk cId="1326812713" sldId="323"/>
        </pc:sldMkLst>
        <pc:spChg chg="mod">
          <ac:chgData name="Schroeder, Julia" userId="22ffd91a-9b88-4279-86a5-c9a7a460afb6" providerId="ADAL" clId="{94BE5DB7-405D-8C4C-AB71-2A8047EC9A88}" dt="2023-10-26T07:56:07.876" v="642" actId="20577"/>
          <ac:spMkLst>
            <pc:docMk/>
            <pc:sldMk cId="1326812713" sldId="323"/>
            <ac:spMk id="2" creationId="{1BCDA80C-BDAF-1CE8-F443-218684C40354}"/>
          </ac:spMkLst>
        </pc:spChg>
        <pc:spChg chg="add mod">
          <ac:chgData name="Schroeder, Julia" userId="22ffd91a-9b88-4279-86a5-c9a7a460afb6" providerId="ADAL" clId="{94BE5DB7-405D-8C4C-AB71-2A8047EC9A88}" dt="2023-10-26T07:56:22.438" v="660" actId="313"/>
          <ac:spMkLst>
            <pc:docMk/>
            <pc:sldMk cId="1326812713" sldId="323"/>
            <ac:spMk id="4" creationId="{38455564-945D-27DC-28E7-24C41DAE05DC}"/>
          </ac:spMkLst>
        </pc:spChg>
        <pc:spChg chg="add mod">
          <ac:chgData name="Schroeder, Julia" userId="22ffd91a-9b88-4279-86a5-c9a7a460afb6" providerId="ADAL" clId="{94BE5DB7-405D-8C4C-AB71-2A8047EC9A88}" dt="2023-10-26T07:56:39.171" v="663" actId="1076"/>
          <ac:spMkLst>
            <pc:docMk/>
            <pc:sldMk cId="1326812713" sldId="323"/>
            <ac:spMk id="5" creationId="{12B9F407-71CC-BA6D-EDB0-04A9DC0546B8}"/>
          </ac:spMkLst>
        </pc:spChg>
        <pc:spChg chg="del">
          <ac:chgData name="Schroeder, Julia" userId="22ffd91a-9b88-4279-86a5-c9a7a460afb6" providerId="ADAL" clId="{94BE5DB7-405D-8C4C-AB71-2A8047EC9A88}" dt="2023-10-26T07:56:45.601" v="665" actId="478"/>
          <ac:spMkLst>
            <pc:docMk/>
            <pc:sldMk cId="1326812713" sldId="323"/>
            <ac:spMk id="26" creationId="{FAECF5E3-AB44-A712-915B-9E8FF4C8B203}"/>
          </ac:spMkLst>
        </pc:spChg>
        <pc:spChg chg="mod">
          <ac:chgData name="Schroeder, Julia" userId="22ffd91a-9b88-4279-86a5-c9a7a460afb6" providerId="ADAL" clId="{94BE5DB7-405D-8C4C-AB71-2A8047EC9A88}" dt="2023-10-26T07:57:49.807" v="677" actId="1076"/>
          <ac:spMkLst>
            <pc:docMk/>
            <pc:sldMk cId="1326812713" sldId="323"/>
            <ac:spMk id="28" creationId="{6775F4B2-80DA-97B1-4B63-75BF327334B0}"/>
          </ac:spMkLst>
        </pc:spChg>
        <pc:spChg chg="mod">
          <ac:chgData name="Schroeder, Julia" userId="22ffd91a-9b88-4279-86a5-c9a7a460afb6" providerId="ADAL" clId="{94BE5DB7-405D-8C4C-AB71-2A8047EC9A88}" dt="2023-10-26T07:56:42.487" v="664" actId="1076"/>
          <ac:spMkLst>
            <pc:docMk/>
            <pc:sldMk cId="1326812713" sldId="323"/>
            <ac:spMk id="30" creationId="{CFDDFE0D-8041-7653-45FA-0C92E37A790E}"/>
          </ac:spMkLst>
        </pc:spChg>
        <pc:picChg chg="mod">
          <ac:chgData name="Schroeder, Julia" userId="22ffd91a-9b88-4279-86a5-c9a7a460afb6" providerId="ADAL" clId="{94BE5DB7-405D-8C4C-AB71-2A8047EC9A88}" dt="2023-10-26T07:57:17.834" v="671" actId="1076"/>
          <ac:picMkLst>
            <pc:docMk/>
            <pc:sldMk cId="1326812713" sldId="323"/>
            <ac:picMk id="7" creationId="{39BF0B39-C8BC-B54A-3FED-B1B8B2BD723E}"/>
          </ac:picMkLst>
        </pc:picChg>
        <pc:picChg chg="del">
          <ac:chgData name="Schroeder, Julia" userId="22ffd91a-9b88-4279-86a5-c9a7a460afb6" providerId="ADAL" clId="{94BE5DB7-405D-8C4C-AB71-2A8047EC9A88}" dt="2023-10-26T07:56:09.197" v="643" actId="478"/>
          <ac:picMkLst>
            <pc:docMk/>
            <pc:sldMk cId="1326812713" sldId="323"/>
            <ac:picMk id="9" creationId="{9EE75CDB-2467-5924-7FA1-9F75F0BC1B71}"/>
          </ac:picMkLst>
        </pc:picChg>
        <pc:picChg chg="add mod">
          <ac:chgData name="Schroeder, Julia" userId="22ffd91a-9b88-4279-86a5-c9a7a460afb6" providerId="ADAL" clId="{94BE5DB7-405D-8C4C-AB71-2A8047EC9A88}" dt="2023-10-26T07:58:27.961" v="681" actId="167"/>
          <ac:picMkLst>
            <pc:docMk/>
            <pc:sldMk cId="1326812713" sldId="323"/>
            <ac:picMk id="13" creationId="{04CF08E4-C998-94E3-1560-A79D4E1A3F49}"/>
          </ac:picMkLst>
        </pc:picChg>
        <pc:picChg chg="add mod">
          <ac:chgData name="Schroeder, Julia" userId="22ffd91a-9b88-4279-86a5-c9a7a460afb6" providerId="ADAL" clId="{94BE5DB7-405D-8C4C-AB71-2A8047EC9A88}" dt="2023-10-26T08:00:05.053" v="693" actId="1076"/>
          <ac:picMkLst>
            <pc:docMk/>
            <pc:sldMk cId="1326812713" sldId="323"/>
            <ac:picMk id="14" creationId="{788B49AE-8997-8D73-FF50-E6A72280D397}"/>
          </ac:picMkLst>
        </pc:picChg>
        <pc:picChg chg="add mod">
          <ac:chgData name="Schroeder, Julia" userId="22ffd91a-9b88-4279-86a5-c9a7a460afb6" providerId="ADAL" clId="{94BE5DB7-405D-8C4C-AB71-2A8047EC9A88}" dt="2023-10-26T08:01:07.953" v="696" actId="1076"/>
          <ac:picMkLst>
            <pc:docMk/>
            <pc:sldMk cId="1326812713" sldId="323"/>
            <ac:picMk id="17" creationId="{31EA3D96-0C03-B146-6D93-A518E0BB1307}"/>
          </ac:picMkLst>
        </pc:picChg>
        <pc:cxnChg chg="mod">
          <ac:chgData name="Schroeder, Julia" userId="22ffd91a-9b88-4279-86a5-c9a7a460afb6" providerId="ADAL" clId="{94BE5DB7-405D-8C4C-AB71-2A8047EC9A88}" dt="2023-10-26T07:56:56.388" v="667" actId="14100"/>
          <ac:cxnSpMkLst>
            <pc:docMk/>
            <pc:sldMk cId="1326812713" sldId="323"/>
            <ac:cxnSpMk id="20" creationId="{F101B842-1C6C-223D-5ADD-46C9A735E238}"/>
          </ac:cxnSpMkLst>
        </pc:cxnChg>
        <pc:cxnChg chg="mod">
          <ac:chgData name="Schroeder, Julia" userId="22ffd91a-9b88-4279-86a5-c9a7a460afb6" providerId="ADAL" clId="{94BE5DB7-405D-8C4C-AB71-2A8047EC9A88}" dt="2023-10-26T07:57:22.674" v="673" actId="14100"/>
          <ac:cxnSpMkLst>
            <pc:docMk/>
            <pc:sldMk cId="1326812713" sldId="323"/>
            <ac:cxnSpMk id="22" creationId="{053E5632-3650-9FE3-FF97-D95B317B4FA9}"/>
          </ac:cxnSpMkLst>
        </pc:cxnChg>
      </pc:sldChg>
      <pc:sldChg chg="addSp delSp modSp new del mod">
        <pc:chgData name="Schroeder, Julia" userId="22ffd91a-9b88-4279-86a5-c9a7a460afb6" providerId="ADAL" clId="{94BE5DB7-405D-8C4C-AB71-2A8047EC9A88}" dt="2023-10-26T08:02:46.466" v="710" actId="2696"/>
        <pc:sldMkLst>
          <pc:docMk/>
          <pc:sldMk cId="3883833925" sldId="324"/>
        </pc:sldMkLst>
        <pc:spChg chg="del">
          <ac:chgData name="Schroeder, Julia" userId="22ffd91a-9b88-4279-86a5-c9a7a460afb6" providerId="ADAL" clId="{94BE5DB7-405D-8C4C-AB71-2A8047EC9A88}" dt="2023-10-26T07:59:05.482" v="687" actId="478"/>
          <ac:spMkLst>
            <pc:docMk/>
            <pc:sldMk cId="3883833925" sldId="324"/>
            <ac:spMk id="3" creationId="{2532810A-BC3D-4F22-67D1-2F06A55F0701}"/>
          </ac:spMkLst>
        </pc:spChg>
        <pc:spChg chg="del">
          <ac:chgData name="Schroeder, Julia" userId="22ffd91a-9b88-4279-86a5-c9a7a460afb6" providerId="ADAL" clId="{94BE5DB7-405D-8C4C-AB71-2A8047EC9A88}" dt="2023-10-26T07:59:04.243" v="686" actId="478"/>
          <ac:spMkLst>
            <pc:docMk/>
            <pc:sldMk cId="3883833925" sldId="324"/>
            <ac:spMk id="4" creationId="{0E9BBBA7-CE23-FF5D-3F6D-A0B8F2E9399B}"/>
          </ac:spMkLst>
        </pc:spChg>
        <pc:spChg chg="add del mod">
          <ac:chgData name="Schroeder, Julia" userId="22ffd91a-9b88-4279-86a5-c9a7a460afb6" providerId="ADAL" clId="{94BE5DB7-405D-8C4C-AB71-2A8047EC9A88}" dt="2023-10-26T07:59:54.879" v="689" actId="478"/>
          <ac:spMkLst>
            <pc:docMk/>
            <pc:sldMk cId="3883833925" sldId="324"/>
            <ac:spMk id="7" creationId="{31BA79AB-8811-3F19-8BB4-AF4DC0031E5D}"/>
          </ac:spMkLst>
        </pc:spChg>
        <pc:picChg chg="add mod">
          <ac:chgData name="Schroeder, Julia" userId="22ffd91a-9b88-4279-86a5-c9a7a460afb6" providerId="ADAL" clId="{94BE5DB7-405D-8C4C-AB71-2A8047EC9A88}" dt="2023-10-26T07:59:51.113" v="688" actId="931"/>
          <ac:picMkLst>
            <pc:docMk/>
            <pc:sldMk cId="3883833925" sldId="324"/>
            <ac:picMk id="6" creationId="{16A6759E-97CB-29BF-976E-1FEF8D63721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FA0D-1A8D-2743-9A5B-2C0323EAF7D6}" type="datetimeFigureOut">
              <a:rPr lang="en-US" smtClean="0"/>
              <a:t>10/26/23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6F0C-B1C2-5C40-8644-A920B02CC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226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FA0D-1A8D-2743-9A5B-2C0323EAF7D6}" type="datetimeFigureOut">
              <a:rPr lang="en-US" smtClean="0"/>
              <a:t>10/26/23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6F0C-B1C2-5C40-8644-A920B02CC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596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FA0D-1A8D-2743-9A5B-2C0323EAF7D6}" type="datetimeFigureOut">
              <a:rPr lang="en-US" smtClean="0"/>
              <a:t>10/26/23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6F0C-B1C2-5C40-8644-A920B02CC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386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FA0D-1A8D-2743-9A5B-2C0323EAF7D6}" type="datetimeFigureOut">
              <a:rPr lang="en-US" smtClean="0"/>
              <a:t>10/26/23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6F0C-B1C2-5C40-8644-A920B02CC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766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FA0D-1A8D-2743-9A5B-2C0323EAF7D6}" type="datetimeFigureOut">
              <a:rPr lang="en-US" smtClean="0"/>
              <a:t>10/26/23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6F0C-B1C2-5C40-8644-A920B02CC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83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FA0D-1A8D-2743-9A5B-2C0323EAF7D6}" type="datetimeFigureOut">
              <a:rPr lang="en-US" smtClean="0"/>
              <a:t>10/26/23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6F0C-B1C2-5C40-8644-A920B02CC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FA0D-1A8D-2743-9A5B-2C0323EAF7D6}" type="datetimeFigureOut">
              <a:rPr lang="en-US" smtClean="0"/>
              <a:t>10/26/23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6F0C-B1C2-5C40-8644-A920B02CC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538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FA0D-1A8D-2743-9A5B-2C0323EAF7D6}" type="datetimeFigureOut">
              <a:rPr lang="en-US" smtClean="0"/>
              <a:t>10/26/23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6F0C-B1C2-5C40-8644-A920B02CC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9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FA0D-1A8D-2743-9A5B-2C0323EAF7D6}" type="datetimeFigureOut">
              <a:rPr lang="en-US" smtClean="0"/>
              <a:t>10/26/23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6F0C-B1C2-5C40-8644-A920B02CC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80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FA0D-1A8D-2743-9A5B-2C0323EAF7D6}" type="datetimeFigureOut">
              <a:rPr lang="en-US" smtClean="0"/>
              <a:t>10/26/23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6F0C-B1C2-5C40-8644-A920B02CC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985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FA0D-1A8D-2743-9A5B-2C0323EAF7D6}" type="datetimeFigureOut">
              <a:rPr lang="en-US" smtClean="0"/>
              <a:t>10/26/23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06F0C-B1C2-5C40-8644-A920B02CC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0FA0D-1A8D-2743-9A5B-2C0323EAF7D6}" type="datetimeFigureOut">
              <a:rPr lang="en-US" smtClean="0"/>
              <a:t>10/26/23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06F0C-B1C2-5C40-8644-A920B02CC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91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omptoir-hardware.com/actus/cartes-graphiques/35781-boite-a-rumeurs-et-si-nvidia-turing-etait-une-gamme-de-gpu-dediee-au-minage-.html" TargetMode="External"/><Relationship Id="rId3" Type="http://schemas.openxmlformats.org/officeDocument/2006/relationships/image" Target="../media/image9.png"/><Relationship Id="rId7" Type="http://schemas.openxmlformats.org/officeDocument/2006/relationships/image" Target="../media/image14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creativecommons.org/licenses/by/3.0/" TargetMode="External"/><Relationship Id="rId5" Type="http://schemas.openxmlformats.org/officeDocument/2006/relationships/hyperlink" Target="http://bestandworstever.blogspot.com/2012/03/" TargetMode="External"/><Relationship Id="rId4" Type="http://schemas.openxmlformats.org/officeDocument/2006/relationships/image" Target="../media/image16.jp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613" y="1399765"/>
            <a:ext cx="9144000" cy="2387600"/>
          </a:xfrm>
        </p:spPr>
        <p:txBody>
          <a:bodyPr>
            <a:noAutofit/>
          </a:bodyPr>
          <a:lstStyle/>
          <a:p>
            <a:r>
              <a:rPr lang="en-US" sz="8000" dirty="0"/>
              <a:t>Statistics </a:t>
            </a:r>
            <a:br>
              <a:rPr lang="en-US" sz="8000" dirty="0"/>
            </a:br>
            <a:r>
              <a:rPr lang="en-US" sz="8000" dirty="0"/>
              <a:t>with </a:t>
            </a:r>
            <a:br>
              <a:rPr lang="en-US" sz="8000" dirty="0"/>
            </a:br>
            <a:r>
              <a:rPr lang="en-US" sz="8000" dirty="0"/>
              <a:t>Spa            </a:t>
            </a:r>
            <a:r>
              <a:rPr lang="en-US" sz="8000" dirty="0" err="1"/>
              <a:t>ows</a:t>
            </a:r>
            <a:endParaRPr lang="en-US" sz="8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2904" y="4252877"/>
            <a:ext cx="9144000" cy="1655762"/>
          </a:xfrm>
        </p:spPr>
        <p:txBody>
          <a:bodyPr/>
          <a:lstStyle/>
          <a:p>
            <a:r>
              <a:rPr lang="en-US" sz="3600" dirty="0"/>
              <a:t>Lecture 13</a:t>
            </a:r>
          </a:p>
          <a:p>
            <a:r>
              <a:rPr lang="en-US" dirty="0"/>
              <a:t>Julia Schroeder</a:t>
            </a:r>
          </a:p>
          <a:p>
            <a:r>
              <a:rPr lang="en-US" dirty="0" err="1"/>
              <a:t>Julia.schroeder@imperial.ac.uk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575" y="2693158"/>
            <a:ext cx="1198069" cy="9088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312" y="2693158"/>
            <a:ext cx="1198069" cy="90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813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Repeatability</a:t>
            </a:r>
          </a:p>
          <a:p>
            <a:r>
              <a:rPr lang="en-US" dirty="0"/>
              <a:t>Pitfalls</a:t>
            </a:r>
          </a:p>
        </p:txBody>
      </p:sp>
    </p:spTree>
    <p:extLst>
      <p:ext uri="{BB962C8B-B14F-4D97-AF65-F5344CB8AC3E}">
        <p14:creationId xmlns:p14="http://schemas.microsoft.com/office/powerpoint/2010/main" val="608807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Repeatability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consistent something is within a group, compared to the whole sample</a:t>
            </a:r>
          </a:p>
        </p:txBody>
      </p:sp>
    </p:spTree>
    <p:extLst>
      <p:ext uri="{BB962C8B-B14F-4D97-AF65-F5344CB8AC3E}">
        <p14:creationId xmlns:p14="http://schemas.microsoft.com/office/powerpoint/2010/main" val="1106029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Repeatability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consistent something is within a group, compared to the whole sample</a:t>
            </a:r>
          </a:p>
          <a:p>
            <a:r>
              <a:rPr lang="en-US" dirty="0"/>
              <a:t>Sounds familiar?</a:t>
            </a:r>
          </a:p>
        </p:txBody>
      </p:sp>
    </p:spTree>
    <p:extLst>
      <p:ext uri="{BB962C8B-B14F-4D97-AF65-F5344CB8AC3E}">
        <p14:creationId xmlns:p14="http://schemas.microsoft.com/office/powerpoint/2010/main" val="1394247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Repeatability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consistent something is within a group, compared to the whole sample</a:t>
            </a:r>
          </a:p>
          <a:p>
            <a:r>
              <a:rPr lang="en-US" dirty="0"/>
              <a:t>Sounds familiar?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981199" y="3826933"/>
                <a:ext cx="3234267" cy="1347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charset="0"/>
                        </a:rPr>
                        <m:t>𝑅</m:t>
                      </m:r>
                      <m:r>
                        <a:rPr lang="en-GB" sz="3600" b="0" i="1" smtClean="0">
                          <a:latin typeface="Cambria Math" charset="0"/>
                        </a:rPr>
                        <m:t>= 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6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GB" sz="36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6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𝑇</m:t>
                              </m:r>
                            </m:sub>
                            <m:sup>
                              <m:r>
                                <a:rPr lang="en-GB" sz="3600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199" y="3826933"/>
                <a:ext cx="3234267" cy="134735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5299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Repeatability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consistent something is within a group, compared to the whole sample</a:t>
            </a:r>
          </a:p>
          <a:p>
            <a:r>
              <a:rPr lang="en-US" dirty="0"/>
              <a:t>Sounds familiar?</a:t>
            </a:r>
          </a:p>
          <a:p>
            <a:r>
              <a:rPr lang="en-US" dirty="0"/>
              <a:t>It’s the ratio of among-group variance over the total 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981199" y="3826933"/>
                <a:ext cx="3234267" cy="1347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charset="0"/>
                        </a:rPr>
                        <m:t>𝑅</m:t>
                      </m:r>
                      <m:r>
                        <a:rPr lang="en-GB" sz="3600" b="0" i="1" smtClean="0">
                          <a:latin typeface="Cambria Math" charset="0"/>
                        </a:rPr>
                        <m:t>= 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6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GB" sz="36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6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𝑇</m:t>
                              </m:r>
                            </m:sub>
                            <m:sup>
                              <m:r>
                                <a:rPr lang="en-GB" sz="3600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199" y="3826933"/>
                <a:ext cx="3234267" cy="134735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1211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Repeatability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455708"/>
          </a:xfrm>
        </p:spPr>
        <p:txBody>
          <a:bodyPr>
            <a:normAutofit/>
          </a:bodyPr>
          <a:lstStyle/>
          <a:p>
            <a:r>
              <a:rPr lang="en-US" dirty="0"/>
              <a:t>How consistent something is within a group, compared to the whole sample</a:t>
            </a:r>
          </a:p>
          <a:p>
            <a:r>
              <a:rPr lang="en-US" dirty="0"/>
              <a:t>Sounds familiar?</a:t>
            </a:r>
          </a:p>
          <a:p>
            <a:r>
              <a:rPr lang="en-US" dirty="0"/>
              <a:t>It’s the ratio of among-group variance over the total variance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It’s got lots of interesting uses in biology.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981199" y="3826933"/>
                <a:ext cx="3234267" cy="1347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charset="0"/>
                        </a:rPr>
                        <m:t>𝑅</m:t>
                      </m:r>
                      <m:r>
                        <a:rPr lang="en-GB" sz="3600" b="0" i="1" smtClean="0">
                          <a:latin typeface="Cambria Math" charset="0"/>
                        </a:rPr>
                        <m:t>= 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6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GB" sz="36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6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GB" sz="3600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GB" sz="3600" i="1">
                              <a:latin typeface="Cambria Math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6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𝑊</m:t>
                              </m:r>
                            </m:sub>
                            <m:sup>
                              <m:r>
                                <a:rPr lang="en-GB" sz="3600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199" y="3826933"/>
                <a:ext cx="3234267" cy="134735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4933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Observer repeatability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825625"/>
            <a:ext cx="5181600" cy="4351338"/>
          </a:xfrm>
        </p:spPr>
        <p:txBody>
          <a:bodyPr/>
          <a:lstStyle/>
          <a:p>
            <a:r>
              <a:rPr lang="en-US" dirty="0"/>
              <a:t>Measuring tarsus consistently is not easy</a:t>
            </a:r>
          </a:p>
          <a:p>
            <a:r>
              <a:rPr lang="en-US" dirty="0"/>
              <a:t>Some people measure it 3 times and take the mean</a:t>
            </a:r>
          </a:p>
          <a:p>
            <a:r>
              <a:rPr lang="en-US" dirty="0"/>
              <a:t>Are observers consistent in their measures?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932" y="1690688"/>
            <a:ext cx="7196667" cy="53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14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</a:t>
            </a:r>
            <a:r>
              <a:rPr lang="en-US" dirty="0" err="1"/>
              <a:t>behaviour</a:t>
            </a:r>
            <a:r>
              <a:rPr lang="en-US" dirty="0"/>
              <a:t> - personality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-1" y="1825625"/>
            <a:ext cx="10803467" cy="4351338"/>
          </a:xfrm>
        </p:spPr>
        <p:txBody>
          <a:bodyPr/>
          <a:lstStyle/>
          <a:p>
            <a:r>
              <a:rPr lang="en-US" dirty="0"/>
              <a:t>Do birds always behave the same way?</a:t>
            </a:r>
          </a:p>
          <a:p>
            <a:r>
              <a:rPr lang="en-US" dirty="0"/>
              <a:t>Different from others?</a:t>
            </a:r>
          </a:p>
        </p:txBody>
      </p:sp>
    </p:spTree>
    <p:extLst>
      <p:ext uri="{BB962C8B-B14F-4D97-AF65-F5344CB8AC3E}">
        <p14:creationId xmlns:p14="http://schemas.microsoft.com/office/powerpoint/2010/main" val="1134876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Ecology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32933" y="1859492"/>
            <a:ext cx="10803467" cy="4351338"/>
          </a:xfrm>
        </p:spPr>
        <p:txBody>
          <a:bodyPr/>
          <a:lstStyle/>
          <a:p>
            <a:r>
              <a:rPr lang="en-US" dirty="0"/>
              <a:t>If you calculate diversity indices, are the one in one region more alike than those between regions?</a:t>
            </a:r>
          </a:p>
        </p:txBody>
      </p:sp>
    </p:spTree>
    <p:extLst>
      <p:ext uri="{BB962C8B-B14F-4D97-AF65-F5344CB8AC3E}">
        <p14:creationId xmlns:p14="http://schemas.microsoft.com/office/powerpoint/2010/main" val="539150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Ecology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32933" y="1859492"/>
            <a:ext cx="10803467" cy="4351338"/>
          </a:xfrm>
        </p:spPr>
        <p:txBody>
          <a:bodyPr/>
          <a:lstStyle/>
          <a:p>
            <a:r>
              <a:rPr lang="en-US" dirty="0"/>
              <a:t>If you calculate diversity indices, are the one in one region more alike than those between regions?</a:t>
            </a:r>
          </a:p>
          <a:p>
            <a:endParaRPr lang="en-US" dirty="0"/>
          </a:p>
          <a:p>
            <a:r>
              <a:rPr lang="en-US" dirty="0"/>
              <a:t>Is earthworm abundance consistent between day in the same plots?</a:t>
            </a:r>
          </a:p>
        </p:txBody>
      </p:sp>
    </p:spTree>
    <p:extLst>
      <p:ext uri="{BB962C8B-B14F-4D97-AF65-F5344CB8AC3E}">
        <p14:creationId xmlns:p14="http://schemas.microsoft.com/office/powerpoint/2010/main" val="1209789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Repeatability calculated from ANOVA 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676399" y="1845733"/>
                <a:ext cx="3234267" cy="1386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charset="0"/>
                        </a:rPr>
                        <m:t>𝑅</m:t>
                      </m:r>
                      <m:r>
                        <a:rPr lang="en-GB" sz="3600" b="0" i="1" smtClean="0">
                          <a:latin typeface="Cambria Math" charset="0"/>
                        </a:rPr>
                        <m:t>= 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6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GB" sz="36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6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GB" sz="3600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GB" sz="3600" b="0" i="1" smtClean="0">
                              <a:latin typeface="Cambria Math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6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𝑊</m:t>
                              </m:r>
                            </m:sub>
                            <m:sup>
                              <m:r>
                                <a:rPr lang="en-GB" sz="3600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399" y="1845733"/>
                <a:ext cx="3234267" cy="138634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096932" y="1845733"/>
                <a:ext cx="5130801" cy="1354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36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𝜎</m:t>
                          </m:r>
                        </m:e>
                        <m:sub>
                          <m:r>
                            <a:rPr lang="en-GB" sz="3600" i="1">
                              <a:latin typeface="Cambria Math" charset="0"/>
                            </a:rPr>
                            <m:t>𝐴</m:t>
                          </m:r>
                        </m:sub>
                        <m:sup>
                          <m:r>
                            <a:rPr lang="en-GB" sz="3600" i="1">
                              <a:latin typeface="Cambria Math" charset="0"/>
                            </a:rPr>
                            <m:t>2</m:t>
                          </m:r>
                        </m:sup>
                      </m:sSubSup>
                      <m:r>
                        <a:rPr lang="en-GB" sz="3600" b="0" i="1" smtClean="0">
                          <a:latin typeface="Cambria Math" charset="0"/>
                        </a:rPr>
                        <m:t>= 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600" b="0" i="1" smtClean="0">
                                  <a:latin typeface="Cambria Math" charset="0"/>
                                </a:rPr>
                                <m:t>𝑀𝑆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GB" sz="3600" b="0" i="1" smtClean="0">
                              <a:latin typeface="Cambria Math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600" i="1">
                                  <a:latin typeface="Cambria Math" charset="0"/>
                                </a:rPr>
                                <m:t>𝑀𝑆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charset="0"/>
                                </a:rPr>
                                <m:t>𝑊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600" b="0" i="1" smtClean="0">
                                  <a:latin typeface="Cambria Math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0</m:t>
                              </m:r>
                            </m:sub>
                            <m:sup/>
                          </m:sSubSup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932" y="1845733"/>
                <a:ext cx="5130801" cy="135428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368797" y="3232075"/>
                <a:ext cx="5130801" cy="656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36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𝜎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𝑊</m:t>
                          </m:r>
                        </m:sub>
                        <m:sup>
                          <m:r>
                            <a:rPr lang="en-GB" sz="3600" i="1">
                              <a:latin typeface="Cambria Math" charset="0"/>
                            </a:rPr>
                            <m:t>2</m:t>
                          </m:r>
                        </m:sup>
                      </m:sSubSup>
                      <m:r>
                        <a:rPr lang="en-GB" sz="3600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charset="0"/>
                            </a:rPr>
                            <m:t>𝑀𝑆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charset="0"/>
                            </a:rPr>
                            <m:t>𝑊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797" y="3232075"/>
                <a:ext cx="5130801" cy="65659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9255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Repeatability calculated from ANOVA 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676399" y="1845733"/>
                <a:ext cx="3234267" cy="1386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charset="0"/>
                        </a:rPr>
                        <m:t>𝑅</m:t>
                      </m:r>
                      <m:r>
                        <a:rPr lang="en-GB" sz="3600" b="0" i="1" smtClean="0">
                          <a:latin typeface="Cambria Math" charset="0"/>
                        </a:rPr>
                        <m:t>= 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6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GB" sz="36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6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GB" sz="3600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GB" sz="3600" b="0" i="1" smtClean="0">
                              <a:latin typeface="Cambria Math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6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𝑊</m:t>
                              </m:r>
                            </m:sub>
                            <m:sup>
                              <m:r>
                                <a:rPr lang="en-GB" sz="3600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399" y="1845733"/>
                <a:ext cx="3234267" cy="138634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096932" y="1845733"/>
                <a:ext cx="5130801" cy="1354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36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𝜎</m:t>
                          </m:r>
                        </m:e>
                        <m:sub>
                          <m:r>
                            <a:rPr lang="en-GB" sz="3600" i="1">
                              <a:latin typeface="Cambria Math" charset="0"/>
                            </a:rPr>
                            <m:t>𝐴</m:t>
                          </m:r>
                        </m:sub>
                        <m:sup>
                          <m:r>
                            <a:rPr lang="en-GB" sz="3600" i="1">
                              <a:latin typeface="Cambria Math" charset="0"/>
                            </a:rPr>
                            <m:t>2</m:t>
                          </m:r>
                        </m:sup>
                      </m:sSubSup>
                      <m:r>
                        <a:rPr lang="en-GB" sz="3600" b="0" i="1" smtClean="0">
                          <a:latin typeface="Cambria Math" charset="0"/>
                        </a:rPr>
                        <m:t>= 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600" b="0" i="1" smtClean="0">
                                  <a:latin typeface="Cambria Math" charset="0"/>
                                </a:rPr>
                                <m:t>𝑀𝑆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GB" sz="3600" b="0" i="1" smtClean="0">
                              <a:latin typeface="Cambria Math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600" i="1">
                                  <a:latin typeface="Cambria Math" charset="0"/>
                                </a:rPr>
                                <m:t>𝑀𝑆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charset="0"/>
                                </a:rPr>
                                <m:t>𝑊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600" b="0" i="1" smtClean="0">
                                  <a:latin typeface="Cambria Math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0</m:t>
                              </m:r>
                            </m:sub>
                            <m:sup/>
                          </m:sSubSup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932" y="1845733"/>
                <a:ext cx="5130801" cy="135428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368797" y="3232075"/>
                <a:ext cx="5130801" cy="656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36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𝜎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𝑊</m:t>
                          </m:r>
                        </m:sub>
                        <m:sup>
                          <m:r>
                            <a:rPr lang="en-GB" sz="3600" i="1">
                              <a:latin typeface="Cambria Math" charset="0"/>
                            </a:rPr>
                            <m:t>2</m:t>
                          </m:r>
                        </m:sup>
                      </m:sSubSup>
                      <m:r>
                        <a:rPr lang="en-GB" sz="3600" b="0" i="1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600" b="0" i="1" smtClean="0">
                              <a:latin typeface="Cambria Math" charset="0"/>
                            </a:rPr>
                            <m:t>𝑀𝑆</m:t>
                          </m:r>
                        </m:e>
                        <m:sub>
                          <m:r>
                            <a:rPr lang="en-GB" sz="3600" b="0" i="1" smtClean="0">
                              <a:latin typeface="Cambria Math" charset="0"/>
                            </a:rPr>
                            <m:t>𝑊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797" y="3232075"/>
                <a:ext cx="5130801" cy="65659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/>
          <p:cNvSpPr/>
          <p:nvPr/>
        </p:nvSpPr>
        <p:spPr>
          <a:xfrm>
            <a:off x="7603064" y="2353733"/>
            <a:ext cx="1170763" cy="1001327"/>
          </a:xfrm>
          <a:prstGeom prst="ellipse">
            <a:avLst/>
          </a:prstGeom>
          <a:noFill/>
          <a:ln w="857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29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Repeatability calculated from ANOVA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</a:t>
            </a:r>
            <a:r>
              <a:rPr lang="en-US" baseline="-25000" dirty="0"/>
              <a:t>0</a:t>
            </a:r>
            <a:r>
              <a:rPr lang="en-US" dirty="0"/>
              <a:t> not sample size</a:t>
            </a:r>
          </a:p>
          <a:p>
            <a:r>
              <a:rPr lang="en-US" dirty="0"/>
              <a:t>Among-group variance difficult to compute (we’ve had trouble with SS before, remember!)</a:t>
            </a:r>
          </a:p>
        </p:txBody>
      </p:sp>
    </p:spTree>
    <p:extLst>
      <p:ext uri="{BB962C8B-B14F-4D97-AF65-F5344CB8AC3E}">
        <p14:creationId xmlns:p14="http://schemas.microsoft.com/office/powerpoint/2010/main" val="53796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Repeatability calculated from ANOVA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</a:t>
            </a:r>
            <a:r>
              <a:rPr lang="en-US" baseline="-25000" dirty="0"/>
              <a:t>0</a:t>
            </a:r>
            <a:r>
              <a:rPr lang="en-US" dirty="0"/>
              <a:t> not sample size</a:t>
            </a:r>
          </a:p>
          <a:p>
            <a:r>
              <a:rPr lang="en-US" dirty="0"/>
              <a:t>Among-group variance difficult to compute (we’ve had trouble with SS before, remember!)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Balanced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72916" y="3644900"/>
            <a:ext cx="27911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rgbClr val="FF0000"/>
                </a:solidFill>
              </a:rPr>
              <a:t>a</a:t>
            </a:r>
            <a:r>
              <a:rPr lang="en-US" sz="3600" baseline="-25000" dirty="0" err="1">
                <a:solidFill>
                  <a:srgbClr val="FF0000"/>
                </a:solidFill>
              </a:rPr>
              <a:t>i</a:t>
            </a:r>
            <a:r>
              <a:rPr lang="en-US" sz="3600" dirty="0">
                <a:solidFill>
                  <a:srgbClr val="FF0000"/>
                </a:solidFill>
              </a:rPr>
              <a:t> =1,1,2,1,1,1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72916" y="4264407"/>
            <a:ext cx="28119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7030A0"/>
                </a:solidFill>
              </a:rPr>
              <a:t>b</a:t>
            </a:r>
            <a:r>
              <a:rPr lang="en-US" sz="3600" baseline="-25000" dirty="0">
                <a:solidFill>
                  <a:srgbClr val="7030A0"/>
                </a:solidFill>
              </a:rPr>
              <a:t>i</a:t>
            </a:r>
            <a:r>
              <a:rPr lang="en-US" sz="3600" dirty="0">
                <a:solidFill>
                  <a:srgbClr val="7030A0"/>
                </a:solidFill>
              </a:rPr>
              <a:t> =3,3,4,3,3,3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72916" y="4879596"/>
            <a:ext cx="2765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</a:t>
            </a:r>
            <a:r>
              <a:rPr lang="en-US" sz="3600" baseline="-25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</a:t>
            </a:r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=5,5,4,5,5,1</a:t>
            </a:r>
          </a:p>
        </p:txBody>
      </p:sp>
    </p:spTree>
    <p:extLst>
      <p:ext uri="{BB962C8B-B14F-4D97-AF65-F5344CB8AC3E}">
        <p14:creationId xmlns:p14="http://schemas.microsoft.com/office/powerpoint/2010/main" val="386192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Repeatability calculated from ANOVA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</a:t>
            </a:r>
            <a:r>
              <a:rPr lang="en-US" baseline="-25000" dirty="0"/>
              <a:t>0</a:t>
            </a:r>
            <a:r>
              <a:rPr lang="en-US" dirty="0"/>
              <a:t> not sample size</a:t>
            </a:r>
          </a:p>
          <a:p>
            <a:r>
              <a:rPr lang="en-US" dirty="0"/>
              <a:t>Among-group variance difficult to compute (we’ve had trouble with SS before, remember!)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Unbalanced dataset</a:t>
            </a:r>
          </a:p>
          <a:p>
            <a:r>
              <a:rPr lang="en-US" dirty="0"/>
              <a:t>Heterogeneous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72916" y="3644900"/>
            <a:ext cx="27911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rgbClr val="FF0000"/>
                </a:solidFill>
              </a:rPr>
              <a:t>a</a:t>
            </a:r>
            <a:r>
              <a:rPr lang="en-US" sz="3600" baseline="-25000" dirty="0" err="1">
                <a:solidFill>
                  <a:srgbClr val="FF0000"/>
                </a:solidFill>
              </a:rPr>
              <a:t>i</a:t>
            </a:r>
            <a:r>
              <a:rPr lang="en-US" sz="3600" dirty="0">
                <a:solidFill>
                  <a:srgbClr val="FF0000"/>
                </a:solidFill>
              </a:rPr>
              <a:t> =1,1,2,1,1,1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72916" y="4264407"/>
            <a:ext cx="45592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7030A0"/>
                </a:solidFill>
              </a:rPr>
              <a:t>b</a:t>
            </a:r>
            <a:r>
              <a:rPr lang="en-US" sz="3600" baseline="-25000" dirty="0">
                <a:solidFill>
                  <a:srgbClr val="7030A0"/>
                </a:solidFill>
              </a:rPr>
              <a:t>i</a:t>
            </a:r>
            <a:r>
              <a:rPr lang="en-US" sz="3600" dirty="0">
                <a:solidFill>
                  <a:srgbClr val="7030A0"/>
                </a:solidFill>
              </a:rPr>
              <a:t> =3,3,4,3,3,3,4,2,5,5,7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72916" y="4879596"/>
            <a:ext cx="13676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</a:t>
            </a:r>
            <a:r>
              <a:rPr lang="en-US" sz="3600" baseline="-25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</a:t>
            </a:r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=5,5</a:t>
            </a:r>
          </a:p>
        </p:txBody>
      </p:sp>
    </p:spTree>
    <p:extLst>
      <p:ext uri="{BB962C8B-B14F-4D97-AF65-F5344CB8AC3E}">
        <p14:creationId xmlns:p14="http://schemas.microsoft.com/office/powerpoint/2010/main" val="239162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Repeatability calculated from ANOVA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383249"/>
          </a:xfrm>
        </p:spPr>
        <p:txBody>
          <a:bodyPr>
            <a:normAutofit/>
          </a:bodyPr>
          <a:lstStyle/>
          <a:p>
            <a:r>
              <a:rPr lang="en-US" dirty="0"/>
              <a:t>N</a:t>
            </a:r>
            <a:r>
              <a:rPr lang="en-US" baseline="-25000" dirty="0"/>
              <a:t>0</a:t>
            </a:r>
            <a:r>
              <a:rPr lang="en-US" dirty="0"/>
              <a:t> not sample size</a:t>
            </a:r>
          </a:p>
          <a:p>
            <a:r>
              <a:rPr lang="en-US" dirty="0"/>
              <a:t>Among-group variance difficult to compute (we’ve had trouble with SS before, remember!)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Unbalanced dataset</a:t>
            </a:r>
          </a:p>
          <a:p>
            <a:r>
              <a:rPr lang="en-US" dirty="0"/>
              <a:t>Heterogeneous dataset</a:t>
            </a:r>
          </a:p>
          <a:p>
            <a:endParaRPr lang="en-US" dirty="0"/>
          </a:p>
          <a:p>
            <a:r>
              <a:rPr lang="en-US" dirty="0"/>
              <a:t>In ecology we have those often. In exact sciences less so (medicine, any planned experiments)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72916" y="3644900"/>
            <a:ext cx="27911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solidFill>
                  <a:srgbClr val="FF0000"/>
                </a:solidFill>
              </a:rPr>
              <a:t>a</a:t>
            </a:r>
            <a:r>
              <a:rPr lang="en-US" sz="3600" baseline="-25000" dirty="0" err="1">
                <a:solidFill>
                  <a:srgbClr val="FF0000"/>
                </a:solidFill>
              </a:rPr>
              <a:t>i</a:t>
            </a:r>
            <a:r>
              <a:rPr lang="en-US" sz="3600" dirty="0">
                <a:solidFill>
                  <a:srgbClr val="FF0000"/>
                </a:solidFill>
              </a:rPr>
              <a:t> =1,1,2,1,1,1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72916" y="4264407"/>
            <a:ext cx="45592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7030A0"/>
                </a:solidFill>
              </a:rPr>
              <a:t>b</a:t>
            </a:r>
            <a:r>
              <a:rPr lang="en-US" sz="3600" baseline="-25000" dirty="0">
                <a:solidFill>
                  <a:srgbClr val="7030A0"/>
                </a:solidFill>
              </a:rPr>
              <a:t>i</a:t>
            </a:r>
            <a:r>
              <a:rPr lang="en-US" sz="3600" dirty="0">
                <a:solidFill>
                  <a:srgbClr val="7030A0"/>
                </a:solidFill>
              </a:rPr>
              <a:t> =3,3,4,3,3,3,4,2,5,5,7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72916" y="4879596"/>
            <a:ext cx="13676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</a:t>
            </a:r>
            <a:r>
              <a:rPr lang="en-US" sz="3600" baseline="-25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</a:t>
            </a:r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=5,5</a:t>
            </a:r>
          </a:p>
        </p:txBody>
      </p:sp>
    </p:spTree>
    <p:extLst>
      <p:ext uri="{BB962C8B-B14F-4D97-AF65-F5344CB8AC3E}">
        <p14:creationId xmlns:p14="http://schemas.microsoft.com/office/powerpoint/2010/main" val="1835821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Repeatability calculated from ANOVA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383249"/>
          </a:xfrm>
        </p:spPr>
        <p:txBody>
          <a:bodyPr>
            <a:normAutofit/>
          </a:bodyPr>
          <a:lstStyle/>
          <a:p>
            <a:r>
              <a:rPr lang="en-US" dirty="0"/>
              <a:t>N</a:t>
            </a:r>
            <a:r>
              <a:rPr lang="en-US" baseline="-25000" dirty="0"/>
              <a:t>0</a:t>
            </a:r>
            <a:r>
              <a:rPr lang="en-US" dirty="0"/>
              <a:t> not sample size</a:t>
            </a:r>
          </a:p>
          <a:p>
            <a:r>
              <a:rPr lang="en-US" dirty="0"/>
              <a:t>Among-group variance difficult to compute (we’ve had trouble with SS before, remember!)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76" y="3987317"/>
            <a:ext cx="6938843" cy="19669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5750555"/>
            <a:ext cx="40169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 = number of groups</a:t>
            </a:r>
          </a:p>
          <a:p>
            <a:r>
              <a:rPr lang="en-US" sz="2400" dirty="0" err="1"/>
              <a:t>n</a:t>
            </a:r>
            <a:r>
              <a:rPr lang="en-US" sz="2400" baseline="-25000" dirty="0" err="1"/>
              <a:t>i</a:t>
            </a:r>
            <a:r>
              <a:rPr lang="en-US" sz="2400" dirty="0"/>
              <a:t> = sample size in each group </a:t>
            </a:r>
            <a:r>
              <a:rPr lang="en-US" sz="2400" dirty="0" err="1"/>
              <a:t>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06965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mixed models</a:t>
            </a:r>
          </a:p>
          <a:p>
            <a:endParaRPr lang="en-US" dirty="0"/>
          </a:p>
          <a:p>
            <a:r>
              <a:rPr lang="en-US" dirty="0"/>
              <a:t>Combine linear models and variance analysis</a:t>
            </a:r>
          </a:p>
        </p:txBody>
      </p:sp>
    </p:spTree>
    <p:extLst>
      <p:ext uri="{BB962C8B-B14F-4D97-AF65-F5344CB8AC3E}">
        <p14:creationId xmlns:p14="http://schemas.microsoft.com/office/powerpoint/2010/main" val="2921859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Repeated measures</a:t>
            </a:r>
          </a:p>
          <a:p>
            <a:r>
              <a:rPr lang="en-US" dirty="0"/>
              <a:t>Offspring in families</a:t>
            </a:r>
          </a:p>
          <a:p>
            <a:r>
              <a:rPr lang="is-IS" dirty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882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-404671" y="2224747"/>
                <a:ext cx="13001341" cy="12894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sz="7200" i="1">
                              <a:latin typeface="Cambria Math" charset="0"/>
                            </a:rPr>
                            <m:t>𝑖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  <m:r>
                        <a:rPr lang="en-US" sz="7200" i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sz="7200" i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sz="7200" i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sz="7200" i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7200" i="1">
                              <a:latin typeface="Cambria Math" charset="0"/>
                            </a:rPr>
                            <m:t>𝑖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  <m:r>
                        <a:rPr lang="en-US" sz="7200" i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7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20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sz="7200" b="0" i="1" smtClean="0"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sz="7200" b="0" i="1" smtClean="0">
                              <a:latin typeface="Cambria Math" charset="0"/>
                            </a:rPr>
                            <m:t>+</m:t>
                          </m:r>
                          <m:r>
                            <a:rPr lang="en-US" sz="7200" i="1">
                              <a:latin typeface="Cambria Math" charset="0"/>
                            </a:rPr>
                            <m:t>𝜀</m:t>
                          </m:r>
                        </m:e>
                        <m:sub>
                          <m:r>
                            <a:rPr lang="en-US" sz="7200" i="1">
                              <a:latin typeface="Cambria Math" charset="0"/>
                            </a:rPr>
                            <m:t>𝑖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72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4671" y="2224747"/>
                <a:ext cx="13001341" cy="128945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0123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-404671" y="2224747"/>
                <a:ext cx="13001341" cy="12894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sz="7200" i="1">
                              <a:latin typeface="Cambria Math" charset="0"/>
                            </a:rPr>
                            <m:t>𝑖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  <m:r>
                        <a:rPr lang="en-US" sz="7200" i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sz="7200" i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sz="7200" i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sz="7200" i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7200" i="1">
                              <a:latin typeface="Cambria Math" charset="0"/>
                            </a:rPr>
                            <m:t>𝑖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  <m:r>
                        <a:rPr lang="en-US" sz="7200" i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7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20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sz="7200" b="0" i="1" smtClean="0"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sz="7200" b="0" i="1" smtClean="0">
                              <a:latin typeface="Cambria Math" charset="0"/>
                            </a:rPr>
                            <m:t>+</m:t>
                          </m:r>
                          <m:r>
                            <a:rPr lang="en-US" sz="7200" i="1">
                              <a:latin typeface="Cambria Math" charset="0"/>
                            </a:rPr>
                            <m:t>𝜀</m:t>
                          </m:r>
                        </m:e>
                        <m:sub>
                          <m:r>
                            <a:rPr lang="en-US" sz="7200" i="1">
                              <a:latin typeface="Cambria Math" charset="0"/>
                            </a:rPr>
                            <m:t>𝑖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72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4671" y="2224747"/>
                <a:ext cx="13001341" cy="128945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/>
          <p:cNvSpPr/>
          <p:nvPr/>
        </p:nvSpPr>
        <p:spPr>
          <a:xfrm>
            <a:off x="2873829" y="1943100"/>
            <a:ext cx="4637314" cy="25962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77586" y="4791755"/>
            <a:ext cx="828573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Linear model bit that we know</a:t>
            </a:r>
          </a:p>
          <a:p>
            <a:r>
              <a:rPr lang="en-US" sz="3200" dirty="0"/>
              <a:t>Estimates FIXED intercept, covariates and factors</a:t>
            </a:r>
          </a:p>
        </p:txBody>
      </p:sp>
    </p:spTree>
    <p:extLst>
      <p:ext uri="{BB962C8B-B14F-4D97-AF65-F5344CB8AC3E}">
        <p14:creationId xmlns:p14="http://schemas.microsoft.com/office/powerpoint/2010/main" val="9436743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-404671" y="2224747"/>
                <a:ext cx="13001341" cy="12894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sz="7200" i="1">
                              <a:latin typeface="Cambria Math" charset="0"/>
                            </a:rPr>
                            <m:t>𝑖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  <m:r>
                        <a:rPr lang="en-US" sz="7200" i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sz="7200" i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sz="7200" i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sz="7200" i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7200" i="1">
                              <a:latin typeface="Cambria Math" charset="0"/>
                            </a:rPr>
                            <m:t>𝑖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  <m:r>
                        <a:rPr lang="en-US" sz="7200" i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7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20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sz="7200" b="0" i="1" smtClean="0"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sz="7200" b="0" i="1" smtClean="0">
                              <a:latin typeface="Cambria Math" charset="0"/>
                            </a:rPr>
                            <m:t>+</m:t>
                          </m:r>
                          <m:r>
                            <a:rPr lang="en-US" sz="7200" i="1">
                              <a:latin typeface="Cambria Math" charset="0"/>
                            </a:rPr>
                            <m:t>𝜀</m:t>
                          </m:r>
                        </m:e>
                        <m:sub>
                          <m:r>
                            <a:rPr lang="en-US" sz="7200" i="1">
                              <a:latin typeface="Cambria Math" charset="0"/>
                            </a:rPr>
                            <m:t>𝑖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72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4671" y="2224747"/>
                <a:ext cx="13001341" cy="128945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/>
          <p:cNvSpPr/>
          <p:nvPr/>
        </p:nvSpPr>
        <p:spPr>
          <a:xfrm>
            <a:off x="7554686" y="1894114"/>
            <a:ext cx="2046514" cy="25962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95278" y="4820990"/>
            <a:ext cx="769672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Random</a:t>
            </a:r>
            <a:r>
              <a:rPr lang="en-US" sz="3200" dirty="0"/>
              <a:t> factor for a group j (i.e. </a:t>
            </a:r>
            <a:r>
              <a:rPr lang="en-US" sz="3200" dirty="0" err="1"/>
              <a:t>BirdID</a:t>
            </a:r>
            <a:r>
              <a:rPr lang="en-US" sz="3200" dirty="0"/>
              <a:t>)</a:t>
            </a:r>
          </a:p>
          <a:p>
            <a:r>
              <a:rPr lang="en-US" sz="3200" dirty="0"/>
              <a:t>Estimate variance component AMONG BIRDS</a:t>
            </a:r>
          </a:p>
        </p:txBody>
      </p:sp>
    </p:spTree>
    <p:extLst>
      <p:ext uri="{BB962C8B-B14F-4D97-AF65-F5344CB8AC3E}">
        <p14:creationId xmlns:p14="http://schemas.microsoft.com/office/powerpoint/2010/main" val="20357213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-404671" y="2224747"/>
                <a:ext cx="13001341" cy="12894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sz="7200" i="1">
                              <a:latin typeface="Cambria Math" charset="0"/>
                            </a:rPr>
                            <m:t>𝑖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  <m:r>
                        <a:rPr lang="en-US" sz="7200" i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sz="7200" i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sz="7200" i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sz="7200" i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7200" i="1">
                              <a:latin typeface="Cambria Math" charset="0"/>
                            </a:rPr>
                            <m:t>𝑖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  <m:r>
                        <a:rPr lang="en-US" sz="7200" i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7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7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20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GB" sz="7200" b="0" i="1" smtClean="0">
                                  <a:latin typeface="Cambria Math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sz="7200" b="0" i="1" smtClean="0">
                              <a:latin typeface="Cambria Math" charset="0"/>
                            </a:rPr>
                            <m:t>+</m:t>
                          </m:r>
                          <m:r>
                            <a:rPr lang="en-US" sz="7200" i="1">
                              <a:latin typeface="Cambria Math" charset="0"/>
                            </a:rPr>
                            <m:t>𝜀</m:t>
                          </m:r>
                        </m:e>
                        <m:sub>
                          <m:r>
                            <a:rPr lang="en-US" sz="7200" i="1">
                              <a:latin typeface="Cambria Math" charset="0"/>
                            </a:rPr>
                            <m:t>𝑖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,</m:t>
                          </m:r>
                          <m:r>
                            <a:rPr lang="en-GB" sz="7200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72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4671" y="2224747"/>
                <a:ext cx="13001341" cy="128945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/>
          <p:cNvSpPr/>
          <p:nvPr/>
        </p:nvSpPr>
        <p:spPr>
          <a:xfrm>
            <a:off x="9546772" y="1699353"/>
            <a:ext cx="2046514" cy="25962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610078" y="4657704"/>
            <a:ext cx="31531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Residual variance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021561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LMMs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825625"/>
            <a:ext cx="4823861" cy="4351338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5066523" y="365125"/>
            <a:ext cx="6798582" cy="5333546"/>
            <a:chOff x="4245429" y="365125"/>
            <a:chExt cx="6798582" cy="5333546"/>
          </a:xfrm>
        </p:grpSpPr>
        <p:pic>
          <p:nvPicPr>
            <p:cNvPr id="4" name="Picture 3" descr="../../../../Desktop/Screen%20Shot%202016-10-23%20at%2012.05.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5429" y="365125"/>
              <a:ext cx="6798582" cy="53335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Picture 4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9633856" y="1730831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Picture 5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8332792" y="1956874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Picture 6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8322554" y="1539310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Picture 7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7750798" y="2986598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Picture 8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6589898" y="2598949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Picture 9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6745020" y="3678660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Picture 10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5940878" y="3158048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8230482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5066523" y="365125"/>
            <a:ext cx="6798582" cy="5333546"/>
            <a:chOff x="4245429" y="365125"/>
            <a:chExt cx="6798582" cy="5333546"/>
          </a:xfrm>
        </p:grpSpPr>
        <p:pic>
          <p:nvPicPr>
            <p:cNvPr id="4" name="Picture 3" descr="../../../../Desktop/Screen%20Shot%202016-10-23%20at%2012.05.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5429" y="365125"/>
              <a:ext cx="6798582" cy="53335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Picture 4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9633856" y="1730831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Picture 5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8332792" y="1956874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Picture 6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8322554" y="1539310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Picture 7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7750798" y="2986598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Picture 8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6589898" y="2598949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Picture 9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6745020" y="3678660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Picture 10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5940878" y="3158048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LMMs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825625"/>
            <a:ext cx="5322479" cy="4351338"/>
          </a:xfrm>
        </p:spPr>
        <p:txBody>
          <a:bodyPr/>
          <a:lstStyle/>
          <a:p>
            <a:r>
              <a:rPr lang="en-US" dirty="0"/>
              <a:t>Estimate variance components and fixed parameter estimates simultaneously</a:t>
            </a:r>
          </a:p>
        </p:txBody>
      </p:sp>
    </p:spTree>
    <p:extLst>
      <p:ext uri="{BB962C8B-B14F-4D97-AF65-F5344CB8AC3E}">
        <p14:creationId xmlns:p14="http://schemas.microsoft.com/office/powerpoint/2010/main" val="28855688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5066523" y="365125"/>
            <a:ext cx="6798582" cy="5333546"/>
            <a:chOff x="4245429" y="365125"/>
            <a:chExt cx="6798582" cy="5333546"/>
          </a:xfrm>
        </p:grpSpPr>
        <p:pic>
          <p:nvPicPr>
            <p:cNvPr id="4" name="Picture 3" descr="../../../../Desktop/Screen%20Shot%202016-10-23%20at%2012.05.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5429" y="365125"/>
              <a:ext cx="6798582" cy="53335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Picture 4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9633856" y="1730831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Picture 5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8332792" y="1956874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Picture 6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8322554" y="1539310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Picture 7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7750798" y="2986598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Picture 8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6589898" y="2598949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Picture 9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6745020" y="3678660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Picture 10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5940878" y="3158048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LMMs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825625"/>
            <a:ext cx="5322479" cy="4351338"/>
          </a:xfrm>
        </p:spPr>
        <p:txBody>
          <a:bodyPr/>
          <a:lstStyle/>
          <a:p>
            <a:r>
              <a:rPr lang="en-US" dirty="0"/>
              <a:t>Estimate variance components and fixed parameter estimates simultaneously</a:t>
            </a:r>
          </a:p>
          <a:p>
            <a:r>
              <a:rPr lang="en-US" dirty="0"/>
              <a:t>Complicated but very useful</a:t>
            </a:r>
          </a:p>
        </p:txBody>
      </p:sp>
    </p:spTree>
    <p:extLst>
      <p:ext uri="{BB962C8B-B14F-4D97-AF65-F5344CB8AC3E}">
        <p14:creationId xmlns:p14="http://schemas.microsoft.com/office/powerpoint/2010/main" val="31710684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5066523" y="365125"/>
            <a:ext cx="6798582" cy="5333546"/>
            <a:chOff x="4245429" y="365125"/>
            <a:chExt cx="6798582" cy="5333546"/>
          </a:xfrm>
        </p:grpSpPr>
        <p:pic>
          <p:nvPicPr>
            <p:cNvPr id="4" name="Picture 3" descr="../../../../Desktop/Screen%20Shot%202016-10-23%20at%2012.05.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5429" y="365125"/>
              <a:ext cx="6798582" cy="53335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Picture 4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9633856" y="1730831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Picture 5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8332792" y="1956874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Picture 6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8322554" y="1539310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Picture 7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7750798" y="2986598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Picture 8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6589898" y="2598949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Picture 9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6745020" y="3678660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Picture 10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5940878" y="3158048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LMMs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825625"/>
            <a:ext cx="5322479" cy="4351338"/>
          </a:xfrm>
        </p:spPr>
        <p:txBody>
          <a:bodyPr/>
          <a:lstStyle/>
          <a:p>
            <a:r>
              <a:rPr lang="en-US" dirty="0"/>
              <a:t>Estimate variance components and fixed parameter estimates simultaneously</a:t>
            </a:r>
          </a:p>
          <a:p>
            <a:r>
              <a:rPr lang="en-US" dirty="0"/>
              <a:t>Complicated but very useful</a:t>
            </a:r>
          </a:p>
          <a:p>
            <a:r>
              <a:rPr lang="en-US" dirty="0"/>
              <a:t>Better than ANOVA</a:t>
            </a:r>
          </a:p>
        </p:txBody>
      </p:sp>
    </p:spTree>
    <p:extLst>
      <p:ext uri="{BB962C8B-B14F-4D97-AF65-F5344CB8AC3E}">
        <p14:creationId xmlns:p14="http://schemas.microsoft.com/office/powerpoint/2010/main" val="25821029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5066523" y="365125"/>
            <a:ext cx="6798582" cy="5333546"/>
            <a:chOff x="4245429" y="365125"/>
            <a:chExt cx="6798582" cy="5333546"/>
          </a:xfrm>
        </p:grpSpPr>
        <p:pic>
          <p:nvPicPr>
            <p:cNvPr id="4" name="Picture 3" descr="../../../../Desktop/Screen%20Shot%202016-10-23%20at%2012.05.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5429" y="365125"/>
              <a:ext cx="6798582" cy="53335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Picture 4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9633856" y="1730831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Picture 5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8332792" y="1956874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Picture 6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8322554" y="1539310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Picture 7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7750798" y="2986598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Picture 8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6589898" y="2598949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Picture 9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6745020" y="3678660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Picture 10" descr="../../../../Desktop/Screen%20Shot%202016-10-23%20at%2012.05.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97" t="18463" r="17939" b="75108"/>
            <a:stretch/>
          </p:blipFill>
          <p:spPr bwMode="auto">
            <a:xfrm>
              <a:off x="5940878" y="3158048"/>
              <a:ext cx="310244" cy="342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LMMs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825625"/>
            <a:ext cx="5322479" cy="4351338"/>
          </a:xfrm>
        </p:spPr>
        <p:txBody>
          <a:bodyPr/>
          <a:lstStyle/>
          <a:p>
            <a:r>
              <a:rPr lang="en-US" dirty="0"/>
              <a:t>Estimate variance components and fixed parameter estimates simultaneously</a:t>
            </a:r>
          </a:p>
          <a:p>
            <a:r>
              <a:rPr lang="en-US" dirty="0"/>
              <a:t>Complicated but very useful</a:t>
            </a:r>
          </a:p>
          <a:p>
            <a:r>
              <a:rPr lang="en-US" dirty="0"/>
              <a:t>Better than ANOVA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1517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29E55-52BB-304E-9BBF-DF3B276E8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mixed models: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72DC1-1DE6-FA49-93A4-2B62B29FD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deal with heterogenous datasets (unbalanced groups)</a:t>
            </a:r>
          </a:p>
          <a:p>
            <a:r>
              <a:rPr lang="en-US" dirty="0"/>
              <a:t>Estimates variance components and fixed effects </a:t>
            </a:r>
            <a:r>
              <a:rPr lang="en-US" i="1" dirty="0"/>
              <a:t>at the same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6953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03961-FE6E-4971-96BA-94941259B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ANOVA vs Linear mixed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C0DE4-C694-70DC-3297-BC65C71B2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students measuring the </a:t>
            </a:r>
            <a:r>
              <a:rPr lang="en-US" dirty="0" err="1"/>
              <a:t>tarus</a:t>
            </a:r>
            <a:r>
              <a:rPr lang="en-US" dirty="0"/>
              <a:t> of one bird</a:t>
            </a:r>
          </a:p>
          <a:p>
            <a:endParaRPr lang="en-US" dirty="0"/>
          </a:p>
          <a:p>
            <a:r>
              <a:rPr lang="en-US" dirty="0">
                <a:sym typeface="Wingdings" pitchFamily="2" charset="2"/>
              </a:rPr>
              <a:t> observer repeatability describes how much variation is explained by different observers</a:t>
            </a:r>
          </a:p>
          <a:p>
            <a:r>
              <a:rPr lang="en-US" dirty="0">
                <a:sym typeface="Wingdings" pitchFamily="2" charset="2"/>
              </a:rPr>
              <a:t>Measurement of methodological precision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R = variance explained by student ID/total variance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0408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DA80C-BDAF-1CE8-F443-218684C40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                    </a:t>
            </a:r>
            <a:r>
              <a:rPr lang="en-US" i="1" dirty="0"/>
              <a:t>vs.</a:t>
            </a:r>
            <a:r>
              <a:rPr lang="en-US" dirty="0"/>
              <a:t>                    LMM</a:t>
            </a:r>
          </a:p>
        </p:txBody>
      </p:sp>
      <p:pic>
        <p:nvPicPr>
          <p:cNvPr id="7" name="Content Placeholder 6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39BF0B39-C8BC-B54A-3FED-B1B8B2BD72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24542" y="2010682"/>
            <a:ext cx="5181600" cy="1864952"/>
          </a:xfrm>
        </p:spPr>
      </p:pic>
      <p:pic>
        <p:nvPicPr>
          <p:cNvPr id="9" name="Content Placeholder 8" descr="A screenshot of a computer&#10;&#10;Description automatically generated">
            <a:extLst>
              <a:ext uri="{FF2B5EF4-FFF2-40B4-BE49-F238E27FC236}">
                <a16:creationId xmlns:a16="http://schemas.microsoft.com/office/drawing/2014/main" id="{9EE75CDB-2467-5924-7FA1-9F75F0BC1B7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64180" y="1825625"/>
            <a:ext cx="4889620" cy="4351338"/>
          </a:xfrm>
        </p:spPr>
      </p:pic>
      <p:pic>
        <p:nvPicPr>
          <p:cNvPr id="10" name="Picture 9" descr="Chart, histogram&#10;&#10;Description automatically generated">
            <a:extLst>
              <a:ext uri="{FF2B5EF4-FFF2-40B4-BE49-F238E27FC236}">
                <a16:creationId xmlns:a16="http://schemas.microsoft.com/office/drawing/2014/main" id="{BEF8B717-AA0F-7591-E1E9-AF4B0CDB0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85" y="4195628"/>
            <a:ext cx="3976924" cy="2323096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C6859D-BC7B-802C-C4B8-FE5CCF5D696F}"/>
              </a:ext>
            </a:extLst>
          </p:cNvPr>
          <p:cNvCxnSpPr>
            <a:cxnSpLocks/>
          </p:cNvCxnSpPr>
          <p:nvPr/>
        </p:nvCxnSpPr>
        <p:spPr>
          <a:xfrm>
            <a:off x="969323" y="6631510"/>
            <a:ext cx="3504452" cy="0"/>
          </a:xfrm>
          <a:prstGeom prst="straightConnector1">
            <a:avLst/>
          </a:prstGeom>
          <a:ln w="730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DA3B275-69A6-29BA-5F67-75C23F32F1DD}"/>
              </a:ext>
            </a:extLst>
          </p:cNvPr>
          <p:cNvCxnSpPr>
            <a:cxnSpLocks/>
          </p:cNvCxnSpPr>
          <p:nvPr/>
        </p:nvCxnSpPr>
        <p:spPr>
          <a:xfrm>
            <a:off x="2364001" y="4415364"/>
            <a:ext cx="715097" cy="0"/>
          </a:xfrm>
          <a:prstGeom prst="straightConnector1">
            <a:avLst/>
          </a:prstGeom>
          <a:ln w="730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101B842-1C6C-223D-5ADD-46C9A735E238}"/>
              </a:ext>
            </a:extLst>
          </p:cNvPr>
          <p:cNvCxnSpPr>
            <a:cxnSpLocks/>
          </p:cNvCxnSpPr>
          <p:nvPr/>
        </p:nvCxnSpPr>
        <p:spPr>
          <a:xfrm flipH="1" flipV="1">
            <a:off x="3200400" y="4495800"/>
            <a:ext cx="3374571" cy="2721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53E5632-3650-9FE3-FF97-D95B317B4FA9}"/>
              </a:ext>
            </a:extLst>
          </p:cNvPr>
          <p:cNvCxnSpPr>
            <a:cxnSpLocks/>
          </p:cNvCxnSpPr>
          <p:nvPr/>
        </p:nvCxnSpPr>
        <p:spPr>
          <a:xfrm flipH="1">
            <a:off x="4613609" y="5068115"/>
            <a:ext cx="1710737" cy="156339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AECF5E3-AB44-A712-915B-9E8FF4C8B203}"/>
              </a:ext>
            </a:extLst>
          </p:cNvPr>
          <p:cNvSpPr txBox="1"/>
          <p:nvPr/>
        </p:nvSpPr>
        <p:spPr>
          <a:xfrm>
            <a:off x="5487275" y="5667358"/>
            <a:ext cx="12174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Sum</a:t>
            </a:r>
          </a:p>
          <a:p>
            <a:r>
              <a:rPr lang="en-US" dirty="0">
                <a:solidFill>
                  <a:srgbClr val="FF0000"/>
                </a:solidFill>
              </a:rPr>
              <a:t>or</a:t>
            </a:r>
          </a:p>
          <a:p>
            <a:r>
              <a:rPr lang="en-US" dirty="0">
                <a:solidFill>
                  <a:srgbClr val="FF0000"/>
                </a:solidFill>
              </a:rPr>
              <a:t>Var(Tarsus)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75F4B2-80DA-97B1-4B63-75BF327334B0}"/>
              </a:ext>
            </a:extLst>
          </p:cNvPr>
          <p:cNvSpPr txBox="1"/>
          <p:nvPr/>
        </p:nvSpPr>
        <p:spPr>
          <a:xfrm>
            <a:off x="4227822" y="2760088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?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01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4CF08E4-C998-94E3-1560-A79D4E1A3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3157" y="4719975"/>
            <a:ext cx="6938843" cy="19669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CDA80C-BDAF-1CE8-F443-218684C40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</a:t>
            </a:r>
          </a:p>
        </p:txBody>
      </p:sp>
      <p:pic>
        <p:nvPicPr>
          <p:cNvPr id="7" name="Content Placeholder 6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39BF0B39-C8BC-B54A-3FED-B1B8B2BD72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24542" y="2010682"/>
            <a:ext cx="5181600" cy="1864952"/>
          </a:xfrm>
        </p:spPr>
      </p:pic>
      <p:pic>
        <p:nvPicPr>
          <p:cNvPr id="10" name="Picture 9" descr="Chart, histogram&#10;&#10;Description automatically generated">
            <a:extLst>
              <a:ext uri="{FF2B5EF4-FFF2-40B4-BE49-F238E27FC236}">
                <a16:creationId xmlns:a16="http://schemas.microsoft.com/office/drawing/2014/main" id="{BEF8B717-AA0F-7591-E1E9-AF4B0CDB0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85" y="4195628"/>
            <a:ext cx="3976924" cy="2323096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C6859D-BC7B-802C-C4B8-FE5CCF5D696F}"/>
              </a:ext>
            </a:extLst>
          </p:cNvPr>
          <p:cNvCxnSpPr>
            <a:cxnSpLocks/>
          </p:cNvCxnSpPr>
          <p:nvPr/>
        </p:nvCxnSpPr>
        <p:spPr>
          <a:xfrm>
            <a:off x="969323" y="6631510"/>
            <a:ext cx="3504452" cy="0"/>
          </a:xfrm>
          <a:prstGeom prst="straightConnector1">
            <a:avLst/>
          </a:prstGeom>
          <a:ln w="730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DA3B275-69A6-29BA-5F67-75C23F32F1DD}"/>
              </a:ext>
            </a:extLst>
          </p:cNvPr>
          <p:cNvCxnSpPr>
            <a:cxnSpLocks/>
          </p:cNvCxnSpPr>
          <p:nvPr/>
        </p:nvCxnSpPr>
        <p:spPr>
          <a:xfrm>
            <a:off x="2364001" y="4415364"/>
            <a:ext cx="715097" cy="0"/>
          </a:xfrm>
          <a:prstGeom prst="straightConnector1">
            <a:avLst/>
          </a:prstGeom>
          <a:ln w="730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101B842-1C6C-223D-5ADD-46C9A735E238}"/>
              </a:ext>
            </a:extLst>
          </p:cNvPr>
          <p:cNvCxnSpPr>
            <a:cxnSpLocks/>
          </p:cNvCxnSpPr>
          <p:nvPr/>
        </p:nvCxnSpPr>
        <p:spPr>
          <a:xfrm flipH="1" flipV="1">
            <a:off x="2625147" y="3243330"/>
            <a:ext cx="5631667" cy="4578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53E5632-3650-9FE3-FF97-D95B317B4FA9}"/>
              </a:ext>
            </a:extLst>
          </p:cNvPr>
          <p:cNvCxnSpPr>
            <a:cxnSpLocks/>
          </p:cNvCxnSpPr>
          <p:nvPr/>
        </p:nvCxnSpPr>
        <p:spPr>
          <a:xfrm flipH="1" flipV="1">
            <a:off x="2625147" y="3472236"/>
            <a:ext cx="7074024" cy="5173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775F4B2-80DA-97B1-4B63-75BF327334B0}"/>
              </a:ext>
            </a:extLst>
          </p:cNvPr>
          <p:cNvSpPr txBox="1"/>
          <p:nvPr/>
        </p:nvSpPr>
        <p:spPr>
          <a:xfrm>
            <a:off x="10201124" y="4425802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?</a:t>
            </a:r>
            <a:endParaRPr lang="en-US" sz="4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FDDFE0D-8041-7653-45FA-0C92E37A790E}"/>
                  </a:ext>
                </a:extLst>
              </p:cNvPr>
              <p:cNvSpPr txBox="1"/>
              <p:nvPr/>
            </p:nvSpPr>
            <p:spPr>
              <a:xfrm>
                <a:off x="6424514" y="3518487"/>
                <a:ext cx="5130801" cy="1354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36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𝜎</m:t>
                          </m:r>
                        </m:e>
                        <m:sub>
                          <m:r>
                            <a:rPr lang="en-GB" sz="3600" i="1">
                              <a:latin typeface="Cambria Math" charset="0"/>
                            </a:rPr>
                            <m:t>𝐴</m:t>
                          </m:r>
                        </m:sub>
                        <m:sup>
                          <m:r>
                            <a:rPr lang="en-GB" sz="3600" i="1">
                              <a:latin typeface="Cambria Math" charset="0"/>
                            </a:rPr>
                            <m:t>2</m:t>
                          </m:r>
                        </m:sup>
                      </m:sSubSup>
                      <m:r>
                        <a:rPr lang="en-GB" sz="3600" b="0" i="1" smtClean="0">
                          <a:latin typeface="Cambria Math" charset="0"/>
                        </a:rPr>
                        <m:t>= 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600" b="0" i="1" smtClean="0">
                                  <a:latin typeface="Cambria Math" charset="0"/>
                                </a:rPr>
                                <m:t>𝑀𝑆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GB" sz="3600" b="0" i="1" smtClean="0">
                              <a:latin typeface="Cambria Math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600" i="1">
                                  <a:latin typeface="Cambria Math" charset="0"/>
                                </a:rPr>
                                <m:t>𝑀𝑆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charset="0"/>
                                </a:rPr>
                                <m:t>𝑊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600" b="0" i="1" smtClean="0">
                                  <a:latin typeface="Cambria Math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0</m:t>
                              </m:r>
                            </m:sub>
                            <m:sup/>
                          </m:sSubSup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FDDFE0D-8041-7653-45FA-0C92E37A7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4514" y="3518487"/>
                <a:ext cx="5130801" cy="1354282"/>
              </a:xfrm>
              <a:prstGeom prst="rect">
                <a:avLst/>
              </a:prstGeom>
              <a:blipFill>
                <a:blip r:embed="rId5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55564-945D-27DC-28E7-24C41DAE05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Repeatability: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B9F407-71CC-BA6D-EDB0-04A9DC0546B8}"/>
                  </a:ext>
                </a:extLst>
              </p:cNvPr>
              <p:cNvSpPr txBox="1"/>
              <p:nvPr/>
            </p:nvSpPr>
            <p:spPr>
              <a:xfrm>
                <a:off x="6966857" y="2042658"/>
                <a:ext cx="3234267" cy="1386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charset="0"/>
                        </a:rPr>
                        <m:t>𝑅</m:t>
                      </m:r>
                      <m:r>
                        <a:rPr lang="en-GB" sz="3600" b="0" i="1" smtClean="0">
                          <a:latin typeface="Cambria Math" charset="0"/>
                        </a:rPr>
                        <m:t>= 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6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GB" sz="3600" b="0" i="1" smtClean="0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6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sz="3600" i="1">
                                  <a:latin typeface="Cambria Math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GB" sz="3600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GB" sz="3600" b="0" i="1" smtClean="0">
                              <a:latin typeface="Cambria Math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GB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sz="36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sz="3600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𝑊</m:t>
                              </m:r>
                            </m:sub>
                            <m:sup>
                              <m:r>
                                <a:rPr lang="en-GB" sz="3600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B9F407-71CC-BA6D-EDB0-04A9DC054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6857" y="2042658"/>
                <a:ext cx="3234267" cy="1386342"/>
              </a:xfrm>
              <a:prstGeom prst="rect">
                <a:avLst/>
              </a:prstGeom>
              <a:blipFill>
                <a:blip r:embed="rId6"/>
                <a:stretch>
                  <a:fillRect b="-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 descr="A child with a ponytail&#10;&#10;Description automatically generated">
            <a:extLst>
              <a:ext uri="{FF2B5EF4-FFF2-40B4-BE49-F238E27FC236}">
                <a16:creationId xmlns:a16="http://schemas.microsoft.com/office/drawing/2014/main" id="{788B49AE-8997-8D73-FF50-E6A72280D3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3111567" y="790431"/>
            <a:ext cx="5190665" cy="5190665"/>
          </a:xfrm>
          <a:prstGeom prst="rect">
            <a:avLst/>
          </a:prstGeom>
        </p:spPr>
      </p:pic>
      <p:pic>
        <p:nvPicPr>
          <p:cNvPr id="17" name="Picture 16" descr="A collage of a person's face&#10;&#10;Description automatically generated">
            <a:extLst>
              <a:ext uri="{FF2B5EF4-FFF2-40B4-BE49-F238E27FC236}">
                <a16:creationId xmlns:a16="http://schemas.microsoft.com/office/drawing/2014/main" id="{31EA3D96-0C03-B146-6D93-A518E0BB13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01971" y="2926896"/>
            <a:ext cx="56896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12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DA80C-BDAF-1CE8-F443-218684C40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LMM</a:t>
            </a:r>
          </a:p>
        </p:txBody>
      </p:sp>
      <p:pic>
        <p:nvPicPr>
          <p:cNvPr id="9" name="Content Placeholder 8" descr="A screenshot of a computer&#10;&#10;Description automatically generated">
            <a:extLst>
              <a:ext uri="{FF2B5EF4-FFF2-40B4-BE49-F238E27FC236}">
                <a16:creationId xmlns:a16="http://schemas.microsoft.com/office/drawing/2014/main" id="{9EE75CDB-2467-5924-7FA1-9F75F0BC1B7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14805" y="1690688"/>
            <a:ext cx="4889620" cy="4351338"/>
          </a:xfrm>
        </p:spPr>
      </p:pic>
      <p:pic>
        <p:nvPicPr>
          <p:cNvPr id="10" name="Picture 9" descr="Chart, histogram&#10;&#10;Description automatically generated">
            <a:extLst>
              <a:ext uri="{FF2B5EF4-FFF2-40B4-BE49-F238E27FC236}">
                <a16:creationId xmlns:a16="http://schemas.microsoft.com/office/drawing/2014/main" id="{BEF8B717-AA0F-7591-E1E9-AF4B0CDB0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85" y="4195628"/>
            <a:ext cx="3976924" cy="2323096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C6859D-BC7B-802C-C4B8-FE5CCF5D696F}"/>
              </a:ext>
            </a:extLst>
          </p:cNvPr>
          <p:cNvCxnSpPr>
            <a:cxnSpLocks/>
          </p:cNvCxnSpPr>
          <p:nvPr/>
        </p:nvCxnSpPr>
        <p:spPr>
          <a:xfrm>
            <a:off x="969323" y="6631510"/>
            <a:ext cx="3504452" cy="0"/>
          </a:xfrm>
          <a:prstGeom prst="straightConnector1">
            <a:avLst/>
          </a:prstGeom>
          <a:ln w="730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DA3B275-69A6-29BA-5F67-75C23F32F1DD}"/>
              </a:ext>
            </a:extLst>
          </p:cNvPr>
          <p:cNvCxnSpPr>
            <a:cxnSpLocks/>
          </p:cNvCxnSpPr>
          <p:nvPr/>
        </p:nvCxnSpPr>
        <p:spPr>
          <a:xfrm>
            <a:off x="2364001" y="4415364"/>
            <a:ext cx="715097" cy="0"/>
          </a:xfrm>
          <a:prstGeom prst="straightConnector1">
            <a:avLst/>
          </a:prstGeom>
          <a:ln w="730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101B842-1C6C-223D-5ADD-46C9A735E238}"/>
              </a:ext>
            </a:extLst>
          </p:cNvPr>
          <p:cNvCxnSpPr>
            <a:cxnSpLocks/>
          </p:cNvCxnSpPr>
          <p:nvPr/>
        </p:nvCxnSpPr>
        <p:spPr>
          <a:xfrm flipH="1" flipV="1">
            <a:off x="3200400" y="4495800"/>
            <a:ext cx="3374571" cy="2721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53E5632-3650-9FE3-FF97-D95B317B4FA9}"/>
              </a:ext>
            </a:extLst>
          </p:cNvPr>
          <p:cNvCxnSpPr>
            <a:cxnSpLocks/>
          </p:cNvCxnSpPr>
          <p:nvPr/>
        </p:nvCxnSpPr>
        <p:spPr>
          <a:xfrm flipH="1">
            <a:off x="4613609" y="5068115"/>
            <a:ext cx="1710737" cy="156339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AECF5E3-AB44-A712-915B-9E8FF4C8B203}"/>
              </a:ext>
            </a:extLst>
          </p:cNvPr>
          <p:cNvSpPr txBox="1"/>
          <p:nvPr/>
        </p:nvSpPr>
        <p:spPr>
          <a:xfrm>
            <a:off x="5487275" y="5667358"/>
            <a:ext cx="12174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Sum</a:t>
            </a:r>
          </a:p>
          <a:p>
            <a:r>
              <a:rPr lang="en-US" dirty="0">
                <a:solidFill>
                  <a:srgbClr val="FF0000"/>
                </a:solidFill>
              </a:rPr>
              <a:t>or</a:t>
            </a:r>
          </a:p>
          <a:p>
            <a:r>
              <a:rPr lang="en-US" dirty="0">
                <a:solidFill>
                  <a:srgbClr val="FF0000"/>
                </a:solidFill>
              </a:rPr>
              <a:t>Var(Tarsus)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22950B-A93A-0477-E034-D64F8D311A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Repeatability: </a:t>
            </a:r>
            <a:r>
              <a:rPr lang="en-US" dirty="0" err="1"/>
              <a:t>Var</a:t>
            </a:r>
            <a:r>
              <a:rPr lang="en-US" baseline="-25000" dirty="0" err="1"/>
              <a:t>Among</a:t>
            </a:r>
            <a:r>
              <a:rPr lang="en-US" dirty="0"/>
              <a:t>/</a:t>
            </a:r>
            <a:r>
              <a:rPr lang="en-US" dirty="0" err="1"/>
              <a:t>Var</a:t>
            </a:r>
            <a:r>
              <a:rPr lang="en-US" baseline="-25000" dirty="0" err="1"/>
              <a:t>T</a:t>
            </a:r>
            <a:endParaRPr lang="en-US" baseline="-25000" dirty="0"/>
          </a:p>
          <a:p>
            <a:r>
              <a:rPr lang="en-US" dirty="0"/>
              <a:t>2.96/(2.96+1.68) = 0.638</a:t>
            </a:r>
          </a:p>
          <a:p>
            <a:r>
              <a:rPr lang="en-US" dirty="0"/>
              <a:t>64% of variance in tarsus length is explained by differences in student measuring </a:t>
            </a:r>
          </a:p>
        </p:txBody>
      </p:sp>
      <p:pic>
        <p:nvPicPr>
          <p:cNvPr id="5" name="Picture 4" descr="A dog wearing a horse mask posing for the camera&#10;&#10;Description automatically generated">
            <a:extLst>
              <a:ext uri="{FF2B5EF4-FFF2-40B4-BE49-F238E27FC236}">
                <a16:creationId xmlns:a16="http://schemas.microsoft.com/office/drawing/2014/main" id="{890161D8-06B8-6508-FB57-FF18685877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795070" y="980489"/>
            <a:ext cx="5871722" cy="51964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7B754A-81A8-69FC-ACF7-D8A99467E82F}"/>
              </a:ext>
            </a:extLst>
          </p:cNvPr>
          <p:cNvSpPr txBox="1"/>
          <p:nvPr/>
        </p:nvSpPr>
        <p:spPr>
          <a:xfrm>
            <a:off x="170428" y="6795828"/>
            <a:ext cx="77491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5" tooltip="http://bestandworstever.blogspot.com/2012/03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6" tooltip="https://creativecommons.org/licenses/by/3.0/"/>
              </a:rPr>
              <a:t>CC BY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296911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Repeatability is intra-class correlation coefficient</a:t>
            </a:r>
          </a:p>
          <a:p>
            <a:r>
              <a:rPr lang="en-US" dirty="0"/>
              <a:t>Ratio of how much variance is explained by groups</a:t>
            </a:r>
          </a:p>
          <a:p>
            <a:r>
              <a:rPr lang="en-US" dirty="0"/>
              <a:t>N</a:t>
            </a:r>
            <a:r>
              <a:rPr lang="en-US" baseline="-25000" dirty="0"/>
              <a:t>0</a:t>
            </a:r>
            <a:r>
              <a:rPr lang="en-US" dirty="0"/>
              <a:t> is horrible</a:t>
            </a:r>
          </a:p>
          <a:p>
            <a:r>
              <a:rPr lang="en-US" dirty="0"/>
              <a:t>Linear mixed models are better at estimating variance components </a:t>
            </a:r>
            <a:r>
              <a:rPr lang="en-US"/>
              <a:t>than ANOVA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902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750</Words>
  <Application>Microsoft Macintosh PowerPoint</Application>
  <PresentationFormat>Widescreen</PresentationFormat>
  <Paragraphs>159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Cambria Math</vt:lpstr>
      <vt:lpstr>Office Theme</vt:lpstr>
      <vt:lpstr>Statistics  with  Spa            ows</vt:lpstr>
      <vt:lpstr>Outline</vt:lpstr>
      <vt:lpstr>Repeatability</vt:lpstr>
      <vt:lpstr>Repeatability</vt:lpstr>
      <vt:lpstr>Repeatability</vt:lpstr>
      <vt:lpstr>Repeatability</vt:lpstr>
      <vt:lpstr>Repeatability</vt:lpstr>
      <vt:lpstr>Observer repeatability</vt:lpstr>
      <vt:lpstr>Individual behaviour - personality</vt:lpstr>
      <vt:lpstr>Ecology</vt:lpstr>
      <vt:lpstr>Ecology</vt:lpstr>
      <vt:lpstr>Repeatability calculated from ANOVA output</vt:lpstr>
      <vt:lpstr>Repeatability calculated from ANOVA output</vt:lpstr>
      <vt:lpstr>Repeatability calculated from ANOVA output</vt:lpstr>
      <vt:lpstr>Repeatability calculated from ANOVA output</vt:lpstr>
      <vt:lpstr>Repeatability calculated from ANOVA output</vt:lpstr>
      <vt:lpstr>Repeatability calculated from ANOVA output</vt:lpstr>
      <vt:lpstr>Repeatability calculated from ANOVA output</vt:lpstr>
      <vt:lpstr>LMMs</vt:lpstr>
      <vt:lpstr>Nested data structure</vt:lpstr>
      <vt:lpstr>LMMs</vt:lpstr>
      <vt:lpstr>LMMs</vt:lpstr>
      <vt:lpstr>LMMs</vt:lpstr>
      <vt:lpstr>LMMs</vt:lpstr>
      <vt:lpstr>LMMs</vt:lpstr>
      <vt:lpstr>LMMs</vt:lpstr>
      <vt:lpstr>LMMs</vt:lpstr>
      <vt:lpstr>LMMs</vt:lpstr>
      <vt:lpstr>LMMs</vt:lpstr>
      <vt:lpstr>Linear mixed models:</vt:lpstr>
      <vt:lpstr>Comparing ANOVA vs Linear mixed model</vt:lpstr>
      <vt:lpstr>ANOVA                     vs.                    LMM</vt:lpstr>
      <vt:lpstr>ANOVA</vt:lpstr>
      <vt:lpstr>LMM</vt:lpstr>
      <vt:lpstr>Learning aim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 with  Spa            ows</dc:title>
  <dc:creator>JS</dc:creator>
  <cp:lastModifiedBy>Schroeder, Julia</cp:lastModifiedBy>
  <cp:revision>56</cp:revision>
  <cp:lastPrinted>2016-10-23T09:47:50Z</cp:lastPrinted>
  <dcterms:created xsi:type="dcterms:W3CDTF">2016-10-19T17:08:10Z</dcterms:created>
  <dcterms:modified xsi:type="dcterms:W3CDTF">2023-10-26T08:05:07Z</dcterms:modified>
</cp:coreProperties>
</file>