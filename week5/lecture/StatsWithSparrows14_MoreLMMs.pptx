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9" r:id="rId2"/>
    <p:sldId id="293" r:id="rId3"/>
    <p:sldId id="294" r:id="rId4"/>
    <p:sldId id="295" r:id="rId5"/>
    <p:sldId id="296" r:id="rId6"/>
    <p:sldId id="298" r:id="rId7"/>
    <p:sldId id="299" r:id="rId8"/>
    <p:sldId id="300" r:id="rId9"/>
    <p:sldId id="301" r:id="rId10"/>
    <p:sldId id="302" r:id="rId11"/>
    <p:sldId id="303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51"/>
    <p:restoredTop sz="96056"/>
  </p:normalViewPr>
  <p:slideViewPr>
    <p:cSldViewPr snapToGrid="0" snapToObjects="1" showGuides="1">
      <p:cViewPr varScale="1">
        <p:scale>
          <a:sx n="118" d="100"/>
          <a:sy n="118" d="100"/>
        </p:scale>
        <p:origin x="568" y="208"/>
      </p:cViewPr>
      <p:guideLst>
        <p:guide orient="horz" pos="1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oeder, Julia" userId="22ffd91a-9b88-4279-86a5-c9a7a460afb6" providerId="ADAL" clId="{520108C2-08B2-D74F-8A52-D767A897751A}"/>
    <pc:docChg chg="modSld">
      <pc:chgData name="Schroeder, Julia" userId="22ffd91a-9b88-4279-86a5-c9a7a460afb6" providerId="ADAL" clId="{520108C2-08B2-D74F-8A52-D767A897751A}" dt="2022-08-30T12:02:50.860" v="0" actId="20577"/>
      <pc:docMkLst>
        <pc:docMk/>
      </pc:docMkLst>
      <pc:sldChg chg="modSp mod">
        <pc:chgData name="Schroeder, Julia" userId="22ffd91a-9b88-4279-86a5-c9a7a460afb6" providerId="ADAL" clId="{520108C2-08B2-D74F-8A52-D767A897751A}" dt="2022-08-30T12:02:50.860" v="0" actId="20577"/>
        <pc:sldMkLst>
          <pc:docMk/>
          <pc:sldMk cId="456003538" sldId="293"/>
        </pc:sldMkLst>
        <pc:spChg chg="mod">
          <ac:chgData name="Schroeder, Julia" userId="22ffd91a-9b88-4279-86a5-c9a7a460afb6" providerId="ADAL" clId="{520108C2-08B2-D74F-8A52-D767A897751A}" dt="2022-08-30T12:02:50.860" v="0" actId="20577"/>
          <ac:spMkLst>
            <pc:docMk/>
            <pc:sldMk cId="456003538" sldId="293"/>
            <ac:spMk id="2" creationId="{E1604805-9333-EB44-9DA6-84CA36AA792E}"/>
          </ac:spMkLst>
        </pc:spChg>
      </pc:sldChg>
    </pc:docChg>
  </pc:docChgLst>
  <pc:docChgLst>
    <pc:chgData name="Schroeder, Julia" userId="22ffd91a-9b88-4279-86a5-c9a7a460afb6" providerId="ADAL" clId="{14A475D3-D82C-514E-BC4C-E645B0697F8F}"/>
    <pc:docChg chg="delSld">
      <pc:chgData name="Schroeder, Julia" userId="22ffd91a-9b88-4279-86a5-c9a7a460afb6" providerId="ADAL" clId="{14A475D3-D82C-514E-BC4C-E645B0697F8F}" dt="2020-10-28T08:05:41.497" v="4" actId="2696"/>
      <pc:docMkLst>
        <pc:docMk/>
      </pc:docMkLst>
      <pc:sldChg chg="del">
        <pc:chgData name="Schroeder, Julia" userId="22ffd91a-9b88-4279-86a5-c9a7a460afb6" providerId="ADAL" clId="{14A475D3-D82C-514E-BC4C-E645B0697F8F}" dt="2020-10-28T08:05:37.530" v="2" actId="2696"/>
        <pc:sldMkLst>
          <pc:docMk/>
          <pc:sldMk cId="2023893200" sldId="281"/>
        </pc:sldMkLst>
      </pc:sldChg>
      <pc:sldChg chg="del">
        <pc:chgData name="Schroeder, Julia" userId="22ffd91a-9b88-4279-86a5-c9a7a460afb6" providerId="ADAL" clId="{14A475D3-D82C-514E-BC4C-E645B0697F8F}" dt="2020-10-28T08:05:33.148" v="1" actId="2696"/>
        <pc:sldMkLst>
          <pc:docMk/>
          <pc:sldMk cId="1968911815" sldId="282"/>
        </pc:sldMkLst>
      </pc:sldChg>
      <pc:sldChg chg="del">
        <pc:chgData name="Schroeder, Julia" userId="22ffd91a-9b88-4279-86a5-c9a7a460afb6" providerId="ADAL" clId="{14A475D3-D82C-514E-BC4C-E645B0697F8F}" dt="2020-10-28T08:05:33.148" v="1" actId="2696"/>
        <pc:sldMkLst>
          <pc:docMk/>
          <pc:sldMk cId="2144338152" sldId="283"/>
        </pc:sldMkLst>
      </pc:sldChg>
      <pc:sldChg chg="del">
        <pc:chgData name="Schroeder, Julia" userId="22ffd91a-9b88-4279-86a5-c9a7a460afb6" providerId="ADAL" clId="{14A475D3-D82C-514E-BC4C-E645B0697F8F}" dt="2020-10-28T08:05:33.148" v="1" actId="2696"/>
        <pc:sldMkLst>
          <pc:docMk/>
          <pc:sldMk cId="1247410722" sldId="284"/>
        </pc:sldMkLst>
      </pc:sldChg>
      <pc:sldChg chg="del">
        <pc:chgData name="Schroeder, Julia" userId="22ffd91a-9b88-4279-86a5-c9a7a460afb6" providerId="ADAL" clId="{14A475D3-D82C-514E-BC4C-E645B0697F8F}" dt="2020-10-28T08:05:33.148" v="1" actId="2696"/>
        <pc:sldMkLst>
          <pc:docMk/>
          <pc:sldMk cId="707993396" sldId="285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427404401" sldId="286"/>
        </pc:sldMkLst>
      </pc:sldChg>
      <pc:sldChg chg="del">
        <pc:chgData name="Schroeder, Julia" userId="22ffd91a-9b88-4279-86a5-c9a7a460afb6" providerId="ADAL" clId="{14A475D3-D82C-514E-BC4C-E645B0697F8F}" dt="2020-10-28T08:05:39.431" v="3" actId="2696"/>
        <pc:sldMkLst>
          <pc:docMk/>
          <pc:sldMk cId="744249494" sldId="287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701415857" sldId="288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29374269" sldId="289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74502693" sldId="290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650153075" sldId="291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728249358" sldId="293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540023560" sldId="294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827934619" sldId="295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570230581" sldId="296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019753350" sldId="297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1740811122" sldId="298"/>
        </pc:sldMkLst>
      </pc:sldChg>
      <pc:sldChg chg="del">
        <pc:chgData name="Schroeder, Julia" userId="22ffd91a-9b88-4279-86a5-c9a7a460afb6" providerId="ADAL" clId="{14A475D3-D82C-514E-BC4C-E645B0697F8F}" dt="2020-10-28T08:05:25.878" v="0" actId="2696"/>
        <pc:sldMkLst>
          <pc:docMk/>
          <pc:sldMk cId="2364399636" sldId="299"/>
        </pc:sldMkLst>
      </pc:sldChg>
      <pc:sldChg chg="del">
        <pc:chgData name="Schroeder, Julia" userId="22ffd91a-9b88-4279-86a5-c9a7a460afb6" providerId="ADAL" clId="{14A475D3-D82C-514E-BC4C-E645B0697F8F}" dt="2020-10-28T08:05:41.497" v="4" actId="2696"/>
        <pc:sldMkLst>
          <pc:docMk/>
          <pc:sldMk cId="2771466830" sldId="300"/>
        </pc:sldMkLst>
      </pc:sldChg>
    </pc:docChg>
  </pc:docChgLst>
  <pc:docChgLst>
    <pc:chgData name="Schroeder, Julia" userId="22ffd91a-9b88-4279-86a5-c9a7a460afb6" providerId="ADAL" clId="{62DA9965-5E08-4A4E-A186-D490A64D3B58}"/>
    <pc:docChg chg="undo custSel addSld delSld modSld sldOrd">
      <pc:chgData name="Schroeder, Julia" userId="22ffd91a-9b88-4279-86a5-c9a7a460afb6" providerId="ADAL" clId="{62DA9965-5E08-4A4E-A186-D490A64D3B58}" dt="2020-10-28T09:07:59.423" v="1231"/>
      <pc:docMkLst>
        <pc:docMk/>
      </pc:docMkLst>
      <pc:sldChg chg="modSp mod">
        <pc:chgData name="Schroeder, Julia" userId="22ffd91a-9b88-4279-86a5-c9a7a460afb6" providerId="ADAL" clId="{62DA9965-5E08-4A4E-A186-D490A64D3B58}" dt="2020-10-28T08:32:14.342" v="490" actId="20577"/>
        <pc:sldMkLst>
          <pc:docMk/>
          <pc:sldMk cId="807813859" sldId="279"/>
        </pc:sldMkLst>
        <pc:spChg chg="mod">
          <ac:chgData name="Schroeder, Julia" userId="22ffd91a-9b88-4279-86a5-c9a7a460afb6" providerId="ADAL" clId="{62DA9965-5E08-4A4E-A186-D490A64D3B58}" dt="2020-10-28T08:32:14.342" v="490" actId="20577"/>
          <ac:spMkLst>
            <pc:docMk/>
            <pc:sldMk cId="807813859" sldId="279"/>
            <ac:spMk id="3" creationId="{00000000-0000-0000-0000-000000000000}"/>
          </ac:spMkLst>
        </pc:spChg>
      </pc:sldChg>
      <pc:sldChg chg="del">
        <pc:chgData name="Schroeder, Julia" userId="22ffd91a-9b88-4279-86a5-c9a7a460afb6" providerId="ADAL" clId="{62DA9965-5E08-4A4E-A186-D490A64D3B58}" dt="2020-10-27T19:57:34.683" v="488" actId="2696"/>
        <pc:sldMkLst>
          <pc:docMk/>
          <pc:sldMk cId="1058637652" sldId="280"/>
        </pc:sldMkLst>
      </pc:sldChg>
      <pc:sldChg chg="modSp mod">
        <pc:chgData name="Schroeder, Julia" userId="22ffd91a-9b88-4279-86a5-c9a7a460afb6" providerId="ADAL" clId="{62DA9965-5E08-4A4E-A186-D490A64D3B58}" dt="2020-10-27T19:13:18.154" v="3" actId="20577"/>
        <pc:sldMkLst>
          <pc:docMk/>
          <pc:sldMk cId="650153075" sldId="291"/>
        </pc:sldMkLst>
        <pc:spChg chg="mod">
          <ac:chgData name="Schroeder, Julia" userId="22ffd91a-9b88-4279-86a5-c9a7a460afb6" providerId="ADAL" clId="{62DA9965-5E08-4A4E-A186-D490A64D3B58}" dt="2020-10-27T19:13:18.154" v="3" actId="20577"/>
          <ac:spMkLst>
            <pc:docMk/>
            <pc:sldMk cId="650153075" sldId="291"/>
            <ac:spMk id="12" creationId="{00000000-0000-0000-0000-000000000000}"/>
          </ac:spMkLst>
        </pc:spChg>
      </pc:sldChg>
      <pc:sldChg chg="modAnim">
        <pc:chgData name="Schroeder, Julia" userId="22ffd91a-9b88-4279-86a5-c9a7a460afb6" providerId="ADAL" clId="{62DA9965-5E08-4A4E-A186-D490A64D3B58}" dt="2020-10-27T19:23:07.910" v="487"/>
        <pc:sldMkLst>
          <pc:docMk/>
          <pc:sldMk cId="1171348931" sldId="292"/>
        </pc:sldMkLst>
      </pc:sldChg>
      <pc:sldChg chg="addSp delSp modSp new mod ord">
        <pc:chgData name="Schroeder, Julia" userId="22ffd91a-9b88-4279-86a5-c9a7a460afb6" providerId="ADAL" clId="{62DA9965-5E08-4A4E-A186-D490A64D3B58}" dt="2020-10-28T08:32:54.366" v="553" actId="20577"/>
        <pc:sldMkLst>
          <pc:docMk/>
          <pc:sldMk cId="456003538" sldId="293"/>
        </pc:sldMkLst>
        <pc:spChg chg="mod">
          <ac:chgData name="Schroeder, Julia" userId="22ffd91a-9b88-4279-86a5-c9a7a460afb6" providerId="ADAL" clId="{62DA9965-5E08-4A4E-A186-D490A64D3B58}" dt="2020-10-28T08:32:54.366" v="553" actId="20577"/>
          <ac:spMkLst>
            <pc:docMk/>
            <pc:sldMk cId="456003538" sldId="293"/>
            <ac:spMk id="2" creationId="{E1604805-9333-EB44-9DA6-84CA36AA792E}"/>
          </ac:spMkLst>
        </pc:spChg>
        <pc:spChg chg="del">
          <ac:chgData name="Schroeder, Julia" userId="22ffd91a-9b88-4279-86a5-c9a7a460afb6" providerId="ADAL" clId="{62DA9965-5E08-4A4E-A186-D490A64D3B58}" dt="2020-10-28T08:32:41.805" v="493" actId="478"/>
          <ac:spMkLst>
            <pc:docMk/>
            <pc:sldMk cId="456003538" sldId="293"/>
            <ac:spMk id="3" creationId="{22C1A762-5680-E041-96A6-FFFAC7F1BAC3}"/>
          </ac:spMkLst>
        </pc:spChg>
        <pc:spChg chg="add mod">
          <ac:chgData name="Schroeder, Julia" userId="22ffd91a-9b88-4279-86a5-c9a7a460afb6" providerId="ADAL" clId="{62DA9965-5E08-4A4E-A186-D490A64D3B58}" dt="2020-10-28T08:32:42.651" v="494"/>
          <ac:spMkLst>
            <pc:docMk/>
            <pc:sldMk cId="456003538" sldId="293"/>
            <ac:spMk id="4" creationId="{2FD4B225-B6B5-894B-B1A6-3F493ADD5875}"/>
          </ac:spMkLst>
        </pc:spChg>
      </pc:sldChg>
      <pc:sldChg chg="addSp delSp modSp new mod modAnim">
        <pc:chgData name="Schroeder, Julia" userId="22ffd91a-9b88-4279-86a5-c9a7a460afb6" providerId="ADAL" clId="{62DA9965-5E08-4A4E-A186-D490A64D3B58}" dt="2020-10-27T19:18:09.078" v="83" actId="478"/>
        <pc:sldMkLst>
          <pc:docMk/>
          <pc:sldMk cId="1728249358" sldId="293"/>
        </pc:sldMkLst>
        <pc:spChg chg="add del mod">
          <ac:chgData name="Schroeder, Julia" userId="22ffd91a-9b88-4279-86a5-c9a7a460afb6" providerId="ADAL" clId="{62DA9965-5E08-4A4E-A186-D490A64D3B58}" dt="2020-10-27T19:17:45.255" v="78" actId="20577"/>
          <ac:spMkLst>
            <pc:docMk/>
            <pc:sldMk cId="1728249358" sldId="293"/>
            <ac:spMk id="2" creationId="{641CA678-B334-DE4D-A1B7-3DA21BB7A35B}"/>
          </ac:spMkLst>
        </pc:spChg>
        <pc:spChg chg="del">
          <ac:chgData name="Schroeder, Julia" userId="22ffd91a-9b88-4279-86a5-c9a7a460afb6" providerId="ADAL" clId="{62DA9965-5E08-4A4E-A186-D490A64D3B58}" dt="2020-10-27T19:13:34.833" v="5" actId="478"/>
          <ac:spMkLst>
            <pc:docMk/>
            <pc:sldMk cId="1728249358" sldId="293"/>
            <ac:spMk id="3" creationId="{6DA17F41-3CAD-2A40-BCA6-0B1FEEDB7CF4}"/>
          </ac:spMkLst>
        </pc:spChg>
        <pc:spChg chg="add mod">
          <ac:chgData name="Schroeder, Julia" userId="22ffd91a-9b88-4279-86a5-c9a7a460afb6" providerId="ADAL" clId="{62DA9965-5E08-4A4E-A186-D490A64D3B58}" dt="2020-10-27T19:17:24.099" v="38" actId="207"/>
          <ac:spMkLst>
            <pc:docMk/>
            <pc:sldMk cId="1728249358" sldId="293"/>
            <ac:spMk id="6" creationId="{04E61184-F64B-164B-A3B0-94D2102C4CA7}"/>
          </ac:spMkLst>
        </pc:spChg>
        <pc:spChg chg="add del mod">
          <ac:chgData name="Schroeder, Julia" userId="22ffd91a-9b88-4279-86a5-c9a7a460afb6" providerId="ADAL" clId="{62DA9965-5E08-4A4E-A186-D490A64D3B58}" dt="2020-10-27T19:18:09.078" v="83" actId="478"/>
          <ac:spMkLst>
            <pc:docMk/>
            <pc:sldMk cId="1728249358" sldId="293"/>
            <ac:spMk id="7" creationId="{75480A79-368C-9D44-8CF9-F5605C581249}"/>
          </ac:spMkLst>
        </pc:spChg>
        <pc:picChg chg="add mod">
          <ac:chgData name="Schroeder, Julia" userId="22ffd91a-9b88-4279-86a5-c9a7a460afb6" providerId="ADAL" clId="{62DA9965-5E08-4A4E-A186-D490A64D3B58}" dt="2020-10-27T19:17:07.884" v="35" actId="14100"/>
          <ac:picMkLst>
            <pc:docMk/>
            <pc:sldMk cId="1728249358" sldId="293"/>
            <ac:picMk id="5" creationId="{594287A5-CC4B-684E-9CBB-BD670F13EEFA}"/>
          </ac:picMkLst>
        </pc:picChg>
      </pc:sldChg>
      <pc:sldChg chg="modSp add mod">
        <pc:chgData name="Schroeder, Julia" userId="22ffd91a-9b88-4279-86a5-c9a7a460afb6" providerId="ADAL" clId="{62DA9965-5E08-4A4E-A186-D490A64D3B58}" dt="2020-10-27T19:18:19.569" v="85" actId="1076"/>
        <pc:sldMkLst>
          <pc:docMk/>
          <pc:sldMk cId="540023560" sldId="294"/>
        </pc:sldMkLst>
        <pc:spChg chg="mod">
          <ac:chgData name="Schroeder, Julia" userId="22ffd91a-9b88-4279-86a5-c9a7a460afb6" providerId="ADAL" clId="{62DA9965-5E08-4A4E-A186-D490A64D3B58}" dt="2020-10-27T19:18:19.569" v="85" actId="1076"/>
          <ac:spMkLst>
            <pc:docMk/>
            <pc:sldMk cId="540023560" sldId="294"/>
            <ac:spMk id="6" creationId="{04E61184-F64B-164B-A3B0-94D2102C4CA7}"/>
          </ac:spMkLst>
        </pc:spChg>
      </pc:sldChg>
      <pc:sldChg chg="addSp delSp modSp add mod">
        <pc:chgData name="Schroeder, Julia" userId="22ffd91a-9b88-4279-86a5-c9a7a460afb6" providerId="ADAL" clId="{62DA9965-5E08-4A4E-A186-D490A64D3B58}" dt="2020-10-28T08:40:43.148" v="778" actId="2085"/>
        <pc:sldMkLst>
          <pc:docMk/>
          <pc:sldMk cId="1029856391" sldId="294"/>
        </pc:sldMkLst>
        <pc:spChg chg="mod">
          <ac:chgData name="Schroeder, Julia" userId="22ffd91a-9b88-4279-86a5-c9a7a460afb6" providerId="ADAL" clId="{62DA9965-5E08-4A4E-A186-D490A64D3B58}" dt="2020-10-28T08:34:46.249" v="629" actId="20577"/>
          <ac:spMkLst>
            <pc:docMk/>
            <pc:sldMk cId="1029856391" sldId="294"/>
            <ac:spMk id="2" creationId="{E1604805-9333-EB44-9DA6-84CA36AA792E}"/>
          </ac:spMkLst>
        </pc:spChg>
        <pc:spChg chg="add del mod">
          <ac:chgData name="Schroeder, Julia" userId="22ffd91a-9b88-4279-86a5-c9a7a460afb6" providerId="ADAL" clId="{62DA9965-5E08-4A4E-A186-D490A64D3B58}" dt="2020-10-28T08:34:06.670" v="602" actId="478"/>
          <ac:spMkLst>
            <pc:docMk/>
            <pc:sldMk cId="1029856391" sldId="294"/>
            <ac:spMk id="3" creationId="{E67C3A51-2C7B-0B47-9B8F-DC41398A5103}"/>
          </ac:spMkLst>
        </pc:spChg>
        <pc:spChg chg="mod">
          <ac:chgData name="Schroeder, Julia" userId="22ffd91a-9b88-4279-86a5-c9a7a460afb6" providerId="ADAL" clId="{62DA9965-5E08-4A4E-A186-D490A64D3B58}" dt="2020-10-28T08:39:37.831" v="763" actId="20577"/>
          <ac:spMkLst>
            <pc:docMk/>
            <pc:sldMk cId="1029856391" sldId="294"/>
            <ac:spMk id="4" creationId="{2FD4B225-B6B5-894B-B1A6-3F493ADD5875}"/>
          </ac:spMkLst>
        </pc:spChg>
        <pc:spChg chg="add mod">
          <ac:chgData name="Schroeder, Julia" userId="22ffd91a-9b88-4279-86a5-c9a7a460afb6" providerId="ADAL" clId="{62DA9965-5E08-4A4E-A186-D490A64D3B58}" dt="2020-10-28T08:40:10.228" v="768" actId="1076"/>
          <ac:spMkLst>
            <pc:docMk/>
            <pc:sldMk cId="1029856391" sldId="294"/>
            <ac:spMk id="9" creationId="{22B944D1-E948-784E-A3F3-CFB2B75A4BF6}"/>
          </ac:spMkLst>
        </pc:spChg>
        <pc:spChg chg="add mod">
          <ac:chgData name="Schroeder, Julia" userId="22ffd91a-9b88-4279-86a5-c9a7a460afb6" providerId="ADAL" clId="{62DA9965-5E08-4A4E-A186-D490A64D3B58}" dt="2020-10-28T08:40:17.482" v="772" actId="1076"/>
          <ac:spMkLst>
            <pc:docMk/>
            <pc:sldMk cId="1029856391" sldId="294"/>
            <ac:spMk id="10" creationId="{7A596420-EDE4-2440-9654-06276D53B560}"/>
          </ac:spMkLst>
        </pc:spChg>
        <pc:spChg chg="add mod">
          <ac:chgData name="Schroeder, Julia" userId="22ffd91a-9b88-4279-86a5-c9a7a460afb6" providerId="ADAL" clId="{62DA9965-5E08-4A4E-A186-D490A64D3B58}" dt="2020-10-28T08:40:25.965" v="775" actId="20577"/>
          <ac:spMkLst>
            <pc:docMk/>
            <pc:sldMk cId="1029856391" sldId="294"/>
            <ac:spMk id="11" creationId="{58F9194A-2D10-F749-8C96-9068B9D8DB32}"/>
          </ac:spMkLst>
        </pc:spChg>
        <pc:spChg chg="add mod">
          <ac:chgData name="Schroeder, Julia" userId="22ffd91a-9b88-4279-86a5-c9a7a460afb6" providerId="ADAL" clId="{62DA9965-5E08-4A4E-A186-D490A64D3B58}" dt="2020-10-28T08:40:43.148" v="778" actId="2085"/>
          <ac:spMkLst>
            <pc:docMk/>
            <pc:sldMk cId="1029856391" sldId="294"/>
            <ac:spMk id="12" creationId="{92F58AC6-9CA7-F64D-8848-29E3E6E31F17}"/>
          </ac:spMkLst>
        </pc:spChg>
        <pc:graphicFrameChg chg="add del mod modGraphic">
          <ac:chgData name="Schroeder, Julia" userId="22ffd91a-9b88-4279-86a5-c9a7a460afb6" providerId="ADAL" clId="{62DA9965-5E08-4A4E-A186-D490A64D3B58}" dt="2020-10-28T08:37:52.719" v="710" actId="478"/>
          <ac:graphicFrameMkLst>
            <pc:docMk/>
            <pc:sldMk cId="1029856391" sldId="294"/>
            <ac:graphicFrameMk id="5" creationId="{EF3505FB-F164-0F43-A044-063701D3C814}"/>
          </ac:graphicFrameMkLst>
        </pc:graphicFrameChg>
        <pc:graphicFrameChg chg="add mod">
          <ac:chgData name="Schroeder, Julia" userId="22ffd91a-9b88-4279-86a5-c9a7a460afb6" providerId="ADAL" clId="{62DA9965-5E08-4A4E-A186-D490A64D3B58}" dt="2020-10-28T08:39:58.374" v="766" actId="1076"/>
          <ac:graphicFrameMkLst>
            <pc:docMk/>
            <pc:sldMk cId="1029856391" sldId="294"/>
            <ac:graphicFrameMk id="6" creationId="{96E84D51-E745-824D-8491-3A5DBF82B8D8}"/>
          </ac:graphicFrameMkLst>
        </pc:graphicFrameChg>
        <pc:graphicFrameChg chg="add mod">
          <ac:chgData name="Schroeder, Julia" userId="22ffd91a-9b88-4279-86a5-c9a7a460afb6" providerId="ADAL" clId="{62DA9965-5E08-4A4E-A186-D490A64D3B58}" dt="2020-10-28T08:40:03.960" v="767" actId="1076"/>
          <ac:graphicFrameMkLst>
            <pc:docMk/>
            <pc:sldMk cId="1029856391" sldId="294"/>
            <ac:graphicFrameMk id="7" creationId="{479D1C47-5E18-2A45-A898-72C68DAA11CB}"/>
          </ac:graphicFrameMkLst>
        </pc:graphicFrameChg>
        <pc:graphicFrameChg chg="add del mod">
          <ac:chgData name="Schroeder, Julia" userId="22ffd91a-9b88-4279-86a5-c9a7a460afb6" providerId="ADAL" clId="{62DA9965-5E08-4A4E-A186-D490A64D3B58}" dt="2020-10-28T08:37:26.216" v="702" actId="478"/>
          <ac:graphicFrameMkLst>
            <pc:docMk/>
            <pc:sldMk cId="1029856391" sldId="294"/>
            <ac:graphicFrameMk id="8" creationId="{AF5C1101-E70A-B348-B19A-217E1C20AC7B}"/>
          </ac:graphicFrameMkLst>
        </pc:graphicFrameChg>
      </pc:sldChg>
      <pc:sldChg chg="addSp delSp modSp add mod">
        <pc:chgData name="Schroeder, Julia" userId="22ffd91a-9b88-4279-86a5-c9a7a460afb6" providerId="ADAL" clId="{62DA9965-5E08-4A4E-A186-D490A64D3B58}" dt="2020-10-27T19:18:34.570" v="90" actId="1076"/>
        <pc:sldMkLst>
          <pc:docMk/>
          <pc:sldMk cId="1827934619" sldId="295"/>
        </pc:sldMkLst>
        <pc:spChg chg="add del mod">
          <ac:chgData name="Schroeder, Julia" userId="22ffd91a-9b88-4279-86a5-c9a7a460afb6" providerId="ADAL" clId="{62DA9965-5E08-4A4E-A186-D490A64D3B58}" dt="2020-10-27T19:18:34.570" v="90" actId="1076"/>
          <ac:spMkLst>
            <pc:docMk/>
            <pc:sldMk cId="1827934619" sldId="295"/>
            <ac:spMk id="6" creationId="{04E61184-F64B-164B-A3B0-94D2102C4CA7}"/>
          </ac:spMkLst>
        </pc:spChg>
      </pc:sldChg>
      <pc:sldChg chg="modSp add mod">
        <pc:chgData name="Schroeder, Julia" userId="22ffd91a-9b88-4279-86a5-c9a7a460afb6" providerId="ADAL" clId="{62DA9965-5E08-4A4E-A186-D490A64D3B58}" dt="2020-10-28T08:40:52.924" v="781" actId="14100"/>
        <pc:sldMkLst>
          <pc:docMk/>
          <pc:sldMk cId="3271564563" sldId="295"/>
        </pc:sldMkLst>
        <pc:spChg chg="mod">
          <ac:chgData name="Schroeder, Julia" userId="22ffd91a-9b88-4279-86a5-c9a7a460afb6" providerId="ADAL" clId="{62DA9965-5E08-4A4E-A186-D490A64D3B58}" dt="2020-10-28T08:40:52.924" v="781" actId="14100"/>
          <ac:spMkLst>
            <pc:docMk/>
            <pc:sldMk cId="3271564563" sldId="295"/>
            <ac:spMk id="12" creationId="{92F58AC6-9CA7-F64D-8848-29E3E6E31F17}"/>
          </ac:spMkLst>
        </pc:spChg>
      </pc:sldChg>
      <pc:sldChg chg="addSp delSp modSp add mod">
        <pc:chgData name="Schroeder, Julia" userId="22ffd91a-9b88-4279-86a5-c9a7a460afb6" providerId="ADAL" clId="{62DA9965-5E08-4A4E-A186-D490A64D3B58}" dt="2020-10-27T19:19:14.214" v="122" actId="20577"/>
        <pc:sldMkLst>
          <pc:docMk/>
          <pc:sldMk cId="570230581" sldId="296"/>
        </pc:sldMkLst>
        <pc:spChg chg="add mod">
          <ac:chgData name="Schroeder, Julia" userId="22ffd91a-9b88-4279-86a5-c9a7a460afb6" providerId="ADAL" clId="{62DA9965-5E08-4A4E-A186-D490A64D3B58}" dt="2020-10-27T19:19:02.507" v="97" actId="1076"/>
          <ac:spMkLst>
            <pc:docMk/>
            <pc:sldMk cId="570230581" sldId="296"/>
            <ac:spMk id="3" creationId="{19C1AA60-2863-B241-9C3D-3B62AB0CBC22}"/>
          </ac:spMkLst>
        </pc:spChg>
        <pc:spChg chg="add mod">
          <ac:chgData name="Schroeder, Julia" userId="22ffd91a-9b88-4279-86a5-c9a7a460afb6" providerId="ADAL" clId="{62DA9965-5E08-4A4E-A186-D490A64D3B58}" dt="2020-10-27T19:19:14.214" v="122" actId="20577"/>
          <ac:spMkLst>
            <pc:docMk/>
            <pc:sldMk cId="570230581" sldId="296"/>
            <ac:spMk id="4" creationId="{BF729B87-C94F-E14B-A2DE-AB3CB9509089}"/>
          </ac:spMkLst>
        </pc:spChg>
        <pc:spChg chg="del">
          <ac:chgData name="Schroeder, Julia" userId="22ffd91a-9b88-4279-86a5-c9a7a460afb6" providerId="ADAL" clId="{62DA9965-5E08-4A4E-A186-D490A64D3B58}" dt="2020-10-27T19:18:38.105" v="92" actId="478"/>
          <ac:spMkLst>
            <pc:docMk/>
            <pc:sldMk cId="570230581" sldId="296"/>
            <ac:spMk id="6" creationId="{04E61184-F64B-164B-A3B0-94D2102C4CA7}"/>
          </ac:spMkLst>
        </pc:spChg>
      </pc:sldChg>
      <pc:sldChg chg="delSp add mod">
        <pc:chgData name="Schroeder, Julia" userId="22ffd91a-9b88-4279-86a5-c9a7a460afb6" providerId="ADAL" clId="{62DA9965-5E08-4A4E-A186-D490A64D3B58}" dt="2020-10-28T08:40:57.398" v="783" actId="478"/>
        <pc:sldMkLst>
          <pc:docMk/>
          <pc:sldMk cId="2521705619" sldId="296"/>
        </pc:sldMkLst>
        <pc:spChg chg="del">
          <ac:chgData name="Schroeder, Julia" userId="22ffd91a-9b88-4279-86a5-c9a7a460afb6" providerId="ADAL" clId="{62DA9965-5E08-4A4E-A186-D490A64D3B58}" dt="2020-10-28T08:40:57.398" v="783" actId="478"/>
          <ac:spMkLst>
            <pc:docMk/>
            <pc:sldMk cId="2521705619" sldId="296"/>
            <ac:spMk id="12" creationId="{92F58AC6-9CA7-F64D-8848-29E3E6E31F17}"/>
          </ac:spMkLst>
        </pc:spChg>
      </pc:sldChg>
      <pc:sldChg chg="modSp add mod">
        <pc:chgData name="Schroeder, Julia" userId="22ffd91a-9b88-4279-86a5-c9a7a460afb6" providerId="ADAL" clId="{62DA9965-5E08-4A4E-A186-D490A64D3B58}" dt="2020-10-27T19:19:47.161" v="195" actId="20577"/>
        <pc:sldMkLst>
          <pc:docMk/>
          <pc:sldMk cId="1019753350" sldId="297"/>
        </pc:sldMkLst>
        <pc:spChg chg="mod">
          <ac:chgData name="Schroeder, Julia" userId="22ffd91a-9b88-4279-86a5-c9a7a460afb6" providerId="ADAL" clId="{62DA9965-5E08-4A4E-A186-D490A64D3B58}" dt="2020-10-27T19:19:37.500" v="163" actId="1076"/>
          <ac:spMkLst>
            <pc:docMk/>
            <pc:sldMk cId="1019753350" sldId="297"/>
            <ac:spMk id="3" creationId="{19C1AA60-2863-B241-9C3D-3B62AB0CBC22}"/>
          </ac:spMkLst>
        </pc:spChg>
        <pc:spChg chg="mod">
          <ac:chgData name="Schroeder, Julia" userId="22ffd91a-9b88-4279-86a5-c9a7a460afb6" providerId="ADAL" clId="{62DA9965-5E08-4A4E-A186-D490A64D3B58}" dt="2020-10-27T19:19:47.161" v="195" actId="20577"/>
          <ac:spMkLst>
            <pc:docMk/>
            <pc:sldMk cId="1019753350" sldId="297"/>
            <ac:spMk id="4" creationId="{BF729B87-C94F-E14B-A2DE-AB3CB9509089}"/>
          </ac:spMkLst>
        </pc:spChg>
      </pc:sldChg>
      <pc:sldChg chg="delSp modSp new del mod">
        <pc:chgData name="Schroeder, Julia" userId="22ffd91a-9b88-4279-86a5-c9a7a460afb6" providerId="ADAL" clId="{62DA9965-5E08-4A4E-A186-D490A64D3B58}" dt="2020-10-28T08:41:49.890" v="835" actId="2696"/>
        <pc:sldMkLst>
          <pc:docMk/>
          <pc:sldMk cId="3492861368" sldId="297"/>
        </pc:sldMkLst>
        <pc:spChg chg="mod">
          <ac:chgData name="Schroeder, Julia" userId="22ffd91a-9b88-4279-86a5-c9a7a460afb6" providerId="ADAL" clId="{62DA9965-5E08-4A4E-A186-D490A64D3B58}" dt="2020-10-28T08:41:39.311" v="818" actId="20577"/>
          <ac:spMkLst>
            <pc:docMk/>
            <pc:sldMk cId="3492861368" sldId="297"/>
            <ac:spMk id="2" creationId="{11FBE558-67F2-804A-BF51-C545390374C4}"/>
          </ac:spMkLst>
        </pc:spChg>
        <pc:spChg chg="del">
          <ac:chgData name="Schroeder, Julia" userId="22ffd91a-9b88-4279-86a5-c9a7a460afb6" providerId="ADAL" clId="{62DA9965-5E08-4A4E-A186-D490A64D3B58}" dt="2020-10-28T08:41:11.733" v="801" actId="478"/>
          <ac:spMkLst>
            <pc:docMk/>
            <pc:sldMk cId="3492861368" sldId="297"/>
            <ac:spMk id="3" creationId="{B9DE8546-955C-9A45-9B53-7D51F0BB13CC}"/>
          </ac:spMkLst>
        </pc:spChg>
      </pc:sldChg>
      <pc:sldChg chg="addSp modSp add mod">
        <pc:chgData name="Schroeder, Julia" userId="22ffd91a-9b88-4279-86a5-c9a7a460afb6" providerId="ADAL" clId="{62DA9965-5E08-4A4E-A186-D490A64D3B58}" dt="2020-10-27T19:20:24.730" v="264" actId="1076"/>
        <pc:sldMkLst>
          <pc:docMk/>
          <pc:sldMk cId="1740811122" sldId="298"/>
        </pc:sldMkLst>
        <pc:spChg chg="add mod">
          <ac:chgData name="Schroeder, Julia" userId="22ffd91a-9b88-4279-86a5-c9a7a460afb6" providerId="ADAL" clId="{62DA9965-5E08-4A4E-A186-D490A64D3B58}" dt="2020-10-27T19:20:24.730" v="264" actId="1076"/>
          <ac:spMkLst>
            <pc:docMk/>
            <pc:sldMk cId="1740811122" sldId="298"/>
            <ac:spMk id="6" creationId="{4F4E980B-5628-7E43-84D7-73F28EC70DBF}"/>
          </ac:spMkLst>
        </pc:spChg>
      </pc:sldChg>
      <pc:sldChg chg="modSp new mod modAnim">
        <pc:chgData name="Schroeder, Julia" userId="22ffd91a-9b88-4279-86a5-c9a7a460afb6" providerId="ADAL" clId="{62DA9965-5E08-4A4E-A186-D490A64D3B58}" dt="2020-10-28T08:42:57.380" v="1088"/>
        <pc:sldMkLst>
          <pc:docMk/>
          <pc:sldMk cId="2067084180" sldId="298"/>
        </pc:sldMkLst>
        <pc:spChg chg="mod">
          <ac:chgData name="Schroeder, Julia" userId="22ffd91a-9b88-4279-86a5-c9a7a460afb6" providerId="ADAL" clId="{62DA9965-5E08-4A4E-A186-D490A64D3B58}" dt="2020-10-28T08:41:46.998" v="834" actId="20577"/>
          <ac:spMkLst>
            <pc:docMk/>
            <pc:sldMk cId="2067084180" sldId="298"/>
            <ac:spMk id="2" creationId="{49184AD1-C91E-1944-A868-CECA57601A09}"/>
          </ac:spMkLst>
        </pc:spChg>
        <pc:spChg chg="mod">
          <ac:chgData name="Schroeder, Julia" userId="22ffd91a-9b88-4279-86a5-c9a7a460afb6" providerId="ADAL" clId="{62DA9965-5E08-4A4E-A186-D490A64D3B58}" dt="2020-10-28T08:42:50.488" v="1087" actId="20577"/>
          <ac:spMkLst>
            <pc:docMk/>
            <pc:sldMk cId="2067084180" sldId="298"/>
            <ac:spMk id="3" creationId="{3994AE96-EAEA-9A4D-9A72-CABE0DDB3E46}"/>
          </ac:spMkLst>
        </pc:spChg>
      </pc:sldChg>
      <pc:sldChg chg="modSp add mod">
        <pc:chgData name="Schroeder, Julia" userId="22ffd91a-9b88-4279-86a5-c9a7a460afb6" providerId="ADAL" clId="{62DA9965-5E08-4A4E-A186-D490A64D3B58}" dt="2020-10-27T19:21:06.984" v="323" actId="20577"/>
        <pc:sldMkLst>
          <pc:docMk/>
          <pc:sldMk cId="2364399636" sldId="299"/>
        </pc:sldMkLst>
        <pc:spChg chg="mod">
          <ac:chgData name="Schroeder, Julia" userId="22ffd91a-9b88-4279-86a5-c9a7a460afb6" providerId="ADAL" clId="{62DA9965-5E08-4A4E-A186-D490A64D3B58}" dt="2020-10-27T19:21:06.984" v="323" actId="20577"/>
          <ac:spMkLst>
            <pc:docMk/>
            <pc:sldMk cId="2364399636" sldId="299"/>
            <ac:spMk id="6" creationId="{4F4E980B-5628-7E43-84D7-73F28EC70DBF}"/>
          </ac:spMkLst>
        </pc:spChg>
      </pc:sldChg>
      <pc:sldChg chg="addSp delSp modSp new mod">
        <pc:chgData name="Schroeder, Julia" userId="22ffd91a-9b88-4279-86a5-c9a7a460afb6" providerId="ADAL" clId="{62DA9965-5E08-4A4E-A186-D490A64D3B58}" dt="2020-10-28T09:02:05.403" v="1158" actId="20577"/>
        <pc:sldMkLst>
          <pc:docMk/>
          <pc:sldMk cId="4124644247" sldId="299"/>
        </pc:sldMkLst>
        <pc:spChg chg="mod">
          <ac:chgData name="Schroeder, Julia" userId="22ffd91a-9b88-4279-86a5-c9a7a460afb6" providerId="ADAL" clId="{62DA9965-5E08-4A4E-A186-D490A64D3B58}" dt="2020-10-28T09:02:05.403" v="1158" actId="20577"/>
          <ac:spMkLst>
            <pc:docMk/>
            <pc:sldMk cId="4124644247" sldId="299"/>
            <ac:spMk id="2" creationId="{485B618A-B9A6-094A-96B4-A7AC557B7B6F}"/>
          </ac:spMkLst>
        </pc:spChg>
        <pc:spChg chg="del">
          <ac:chgData name="Schroeder, Julia" userId="22ffd91a-9b88-4279-86a5-c9a7a460afb6" providerId="ADAL" clId="{62DA9965-5E08-4A4E-A186-D490A64D3B58}" dt="2020-10-28T09:00:22.301" v="1113" actId="478"/>
          <ac:spMkLst>
            <pc:docMk/>
            <pc:sldMk cId="4124644247" sldId="299"/>
            <ac:spMk id="3" creationId="{72999B0A-4ADF-0746-BC2A-054B4B63C34C}"/>
          </ac:spMkLst>
        </pc:spChg>
        <pc:spChg chg="add del mod">
          <ac:chgData name="Schroeder, Julia" userId="22ffd91a-9b88-4279-86a5-c9a7a460afb6" providerId="ADAL" clId="{62DA9965-5E08-4A4E-A186-D490A64D3B58}" dt="2020-10-28T09:01:06.759" v="1121" actId="478"/>
          <ac:spMkLst>
            <pc:docMk/>
            <pc:sldMk cId="4124644247" sldId="299"/>
            <ac:spMk id="6" creationId="{DB469F2F-2309-374D-A2DB-C64360115675}"/>
          </ac:spMkLst>
        </pc:spChg>
        <pc:spChg chg="add del mod">
          <ac:chgData name="Schroeder, Julia" userId="22ffd91a-9b88-4279-86a5-c9a7a460afb6" providerId="ADAL" clId="{62DA9965-5E08-4A4E-A186-D490A64D3B58}" dt="2020-10-28T09:01:08.883" v="1122" actId="478"/>
          <ac:spMkLst>
            <pc:docMk/>
            <pc:sldMk cId="4124644247" sldId="299"/>
            <ac:spMk id="9" creationId="{90C72215-CAB5-164A-A1A2-3EBCF1FE01E0}"/>
          </ac:spMkLst>
        </pc:spChg>
        <pc:picChg chg="add mod">
          <ac:chgData name="Schroeder, Julia" userId="22ffd91a-9b88-4279-86a5-c9a7a460afb6" providerId="ADAL" clId="{62DA9965-5E08-4A4E-A186-D490A64D3B58}" dt="2020-10-28T09:01:31.114" v="1127" actId="1076"/>
          <ac:picMkLst>
            <pc:docMk/>
            <pc:sldMk cId="4124644247" sldId="299"/>
            <ac:picMk id="5" creationId="{B8829153-9A63-2E48-A55C-6DC187EFF7F7}"/>
          </ac:picMkLst>
        </pc:picChg>
        <pc:picChg chg="add mod modCrop">
          <ac:chgData name="Schroeder, Julia" userId="22ffd91a-9b88-4279-86a5-c9a7a460afb6" providerId="ADAL" clId="{62DA9965-5E08-4A4E-A186-D490A64D3B58}" dt="2020-10-28T09:01:43.290" v="1130" actId="732"/>
          <ac:picMkLst>
            <pc:docMk/>
            <pc:sldMk cId="4124644247" sldId="299"/>
            <ac:picMk id="8" creationId="{351819CB-2B79-6741-AD51-0DF867FD7C45}"/>
          </ac:picMkLst>
        </pc:picChg>
      </pc:sldChg>
      <pc:sldChg chg="modSp new mod">
        <pc:chgData name="Schroeder, Julia" userId="22ffd91a-9b88-4279-86a5-c9a7a460afb6" providerId="ADAL" clId="{62DA9965-5E08-4A4E-A186-D490A64D3B58}" dt="2020-10-27T19:22:19.727" v="482" actId="20577"/>
        <pc:sldMkLst>
          <pc:docMk/>
          <pc:sldMk cId="2771466830" sldId="300"/>
        </pc:sldMkLst>
        <pc:spChg chg="mod">
          <ac:chgData name="Schroeder, Julia" userId="22ffd91a-9b88-4279-86a5-c9a7a460afb6" providerId="ADAL" clId="{62DA9965-5E08-4A4E-A186-D490A64D3B58}" dt="2020-10-27T19:21:37.813" v="344" actId="20577"/>
          <ac:spMkLst>
            <pc:docMk/>
            <pc:sldMk cId="2771466830" sldId="300"/>
            <ac:spMk id="2" creationId="{6E729E55-52BB-304E-9BBF-DF3B276E807F}"/>
          </ac:spMkLst>
        </pc:spChg>
        <pc:spChg chg="mod">
          <ac:chgData name="Schroeder, Julia" userId="22ffd91a-9b88-4279-86a5-c9a7a460afb6" providerId="ADAL" clId="{62DA9965-5E08-4A4E-A186-D490A64D3B58}" dt="2020-10-27T19:22:19.727" v="482" actId="20577"/>
          <ac:spMkLst>
            <pc:docMk/>
            <pc:sldMk cId="2771466830" sldId="300"/>
            <ac:spMk id="3" creationId="{73372DC1-1DE6-FA49-93A4-2B62B29FD3B3}"/>
          </ac:spMkLst>
        </pc:spChg>
      </pc:sldChg>
      <pc:sldChg chg="addSp delSp modSp new mod modAnim">
        <pc:chgData name="Schroeder, Julia" userId="22ffd91a-9b88-4279-86a5-c9a7a460afb6" providerId="ADAL" clId="{62DA9965-5E08-4A4E-A186-D490A64D3B58}" dt="2020-10-28T09:06:59.895" v="1219"/>
        <pc:sldMkLst>
          <pc:docMk/>
          <pc:sldMk cId="3411690356" sldId="300"/>
        </pc:sldMkLst>
        <pc:spChg chg="add del">
          <ac:chgData name="Schroeder, Julia" userId="22ffd91a-9b88-4279-86a5-c9a7a460afb6" providerId="ADAL" clId="{62DA9965-5E08-4A4E-A186-D490A64D3B58}" dt="2020-10-28T09:02:12.799" v="1161" actId="478"/>
          <ac:spMkLst>
            <pc:docMk/>
            <pc:sldMk cId="3411690356" sldId="300"/>
            <ac:spMk id="2" creationId="{068260AE-3B8F-CE4D-A268-C706B4E1FE46}"/>
          </ac:spMkLst>
        </pc:spChg>
        <pc:spChg chg="del">
          <ac:chgData name="Schroeder, Julia" userId="22ffd91a-9b88-4279-86a5-c9a7a460afb6" providerId="ADAL" clId="{62DA9965-5E08-4A4E-A186-D490A64D3B58}" dt="2020-10-28T09:02:14.331" v="1162" actId="478"/>
          <ac:spMkLst>
            <pc:docMk/>
            <pc:sldMk cId="3411690356" sldId="300"/>
            <ac:spMk id="3" creationId="{522CDAB5-430E-AC47-B4D7-A083A6C4A7C2}"/>
          </ac:spMkLst>
        </pc:spChg>
        <pc:spChg chg="add mod">
          <ac:chgData name="Schroeder, Julia" userId="22ffd91a-9b88-4279-86a5-c9a7a460afb6" providerId="ADAL" clId="{62DA9965-5E08-4A4E-A186-D490A64D3B58}" dt="2020-10-28T09:05:51.376" v="1208" actId="1582"/>
          <ac:spMkLst>
            <pc:docMk/>
            <pc:sldMk cId="3411690356" sldId="300"/>
            <ac:spMk id="8" creationId="{89FB5577-C635-774A-B686-A80A70C3E323}"/>
          </ac:spMkLst>
        </pc:spChg>
        <pc:spChg chg="add mod">
          <ac:chgData name="Schroeder, Julia" userId="22ffd91a-9b88-4279-86a5-c9a7a460afb6" providerId="ADAL" clId="{62DA9965-5E08-4A4E-A186-D490A64D3B58}" dt="2020-10-28T09:06:05.155" v="1212" actId="1076"/>
          <ac:spMkLst>
            <pc:docMk/>
            <pc:sldMk cId="3411690356" sldId="300"/>
            <ac:spMk id="9" creationId="{11C5FC22-F5F9-B246-AA63-3BC9052D6A89}"/>
          </ac:spMkLst>
        </pc:spChg>
        <pc:picChg chg="add mod">
          <ac:chgData name="Schroeder, Julia" userId="22ffd91a-9b88-4279-86a5-c9a7a460afb6" providerId="ADAL" clId="{62DA9965-5E08-4A4E-A186-D490A64D3B58}" dt="2020-10-28T09:05:59.469" v="1211" actId="1076"/>
          <ac:picMkLst>
            <pc:docMk/>
            <pc:sldMk cId="3411690356" sldId="300"/>
            <ac:picMk id="5" creationId="{6CE49220-4012-C240-8348-DE8EE217EEA8}"/>
          </ac:picMkLst>
        </pc:picChg>
        <pc:picChg chg="add mod">
          <ac:chgData name="Schroeder, Julia" userId="22ffd91a-9b88-4279-86a5-c9a7a460afb6" providerId="ADAL" clId="{62DA9965-5E08-4A4E-A186-D490A64D3B58}" dt="2020-10-28T09:03:07.722" v="1173" actId="1076"/>
          <ac:picMkLst>
            <pc:docMk/>
            <pc:sldMk cId="3411690356" sldId="300"/>
            <ac:picMk id="7" creationId="{8A90C126-3452-5342-9051-28393BBE0990}"/>
          </ac:picMkLst>
        </pc:picChg>
        <pc:cxnChg chg="add mod">
          <ac:chgData name="Schroeder, Julia" userId="22ffd91a-9b88-4279-86a5-c9a7a460afb6" providerId="ADAL" clId="{62DA9965-5E08-4A4E-A186-D490A64D3B58}" dt="2020-10-28T09:06:46.974" v="1217" actId="1582"/>
          <ac:cxnSpMkLst>
            <pc:docMk/>
            <pc:sldMk cId="3411690356" sldId="300"/>
            <ac:cxnSpMk id="11" creationId="{CE49857F-DD08-B741-AF1B-ECAC7A2EB95F}"/>
          </ac:cxnSpMkLst>
        </pc:cxnChg>
      </pc:sldChg>
      <pc:sldChg chg="addSp delSp modSp add mod modAnim">
        <pc:chgData name="Schroeder, Julia" userId="22ffd91a-9b88-4279-86a5-c9a7a460afb6" providerId="ADAL" clId="{62DA9965-5E08-4A4E-A186-D490A64D3B58}" dt="2020-10-28T09:07:33.135" v="1226"/>
        <pc:sldMkLst>
          <pc:docMk/>
          <pc:sldMk cId="2497130712" sldId="301"/>
        </pc:sldMkLst>
        <pc:spChg chg="add mod">
          <ac:chgData name="Schroeder, Julia" userId="22ffd91a-9b88-4279-86a5-c9a7a460afb6" providerId="ADAL" clId="{62DA9965-5E08-4A4E-A186-D490A64D3B58}" dt="2020-10-28T09:07:13.698" v="1221" actId="1076"/>
          <ac:spMkLst>
            <pc:docMk/>
            <pc:sldMk cId="2497130712" sldId="301"/>
            <ac:spMk id="6" creationId="{2AD15276-94EE-CC44-96D6-A453114494CE}"/>
          </ac:spMkLst>
        </pc:spChg>
        <pc:picChg chg="add mod modCrop">
          <ac:chgData name="Schroeder, Julia" userId="22ffd91a-9b88-4279-86a5-c9a7a460afb6" providerId="ADAL" clId="{62DA9965-5E08-4A4E-A186-D490A64D3B58}" dt="2020-10-28T09:03:44.933" v="1181" actId="1076"/>
          <ac:picMkLst>
            <pc:docMk/>
            <pc:sldMk cId="2497130712" sldId="301"/>
            <ac:picMk id="3" creationId="{BC6C9498-8D75-1D44-AAF8-B6100DF438C5}"/>
          </ac:picMkLst>
        </pc:picChg>
        <pc:picChg chg="del mod">
          <ac:chgData name="Schroeder, Julia" userId="22ffd91a-9b88-4279-86a5-c9a7a460afb6" providerId="ADAL" clId="{62DA9965-5E08-4A4E-A186-D490A64D3B58}" dt="2020-10-28T09:03:48.554" v="1184" actId="478"/>
          <ac:picMkLst>
            <pc:docMk/>
            <pc:sldMk cId="2497130712" sldId="301"/>
            <ac:picMk id="5" creationId="{6CE49220-4012-C240-8348-DE8EE217EEA8}"/>
          </ac:picMkLst>
        </pc:picChg>
        <pc:cxnChg chg="add mod">
          <ac:chgData name="Schroeder, Julia" userId="22ffd91a-9b88-4279-86a5-c9a7a460afb6" providerId="ADAL" clId="{62DA9965-5E08-4A4E-A186-D490A64D3B58}" dt="2020-10-28T09:07:23.517" v="1224" actId="14100"/>
          <ac:cxnSpMkLst>
            <pc:docMk/>
            <pc:sldMk cId="2497130712" sldId="301"/>
            <ac:cxnSpMk id="8" creationId="{0701116F-FF0B-6D46-AE3E-E1FD41807BC4}"/>
          </ac:cxnSpMkLst>
        </pc:cxnChg>
      </pc:sldChg>
      <pc:sldChg chg="addSp delSp modSp add mod modAnim">
        <pc:chgData name="Schroeder, Julia" userId="22ffd91a-9b88-4279-86a5-c9a7a460afb6" providerId="ADAL" clId="{62DA9965-5E08-4A4E-A186-D490A64D3B58}" dt="2020-10-28T09:07:59.423" v="1231"/>
        <pc:sldMkLst>
          <pc:docMk/>
          <pc:sldMk cId="3495667298" sldId="302"/>
        </pc:sldMkLst>
        <pc:spChg chg="add mod">
          <ac:chgData name="Schroeder, Julia" userId="22ffd91a-9b88-4279-86a5-c9a7a460afb6" providerId="ADAL" clId="{62DA9965-5E08-4A4E-A186-D490A64D3B58}" dt="2020-10-28T09:07:47.722" v="1228" actId="1076"/>
          <ac:spMkLst>
            <pc:docMk/>
            <pc:sldMk cId="3495667298" sldId="302"/>
            <ac:spMk id="8" creationId="{B0A3FC00-231F-9C4C-8073-06E6167E1F69}"/>
          </ac:spMkLst>
        </pc:spChg>
        <pc:picChg chg="add del mod">
          <ac:chgData name="Schroeder, Julia" userId="22ffd91a-9b88-4279-86a5-c9a7a460afb6" providerId="ADAL" clId="{62DA9965-5E08-4A4E-A186-D490A64D3B58}" dt="2020-10-28T09:04:39.754" v="1195" actId="478"/>
          <ac:picMkLst>
            <pc:docMk/>
            <pc:sldMk cId="3495667298" sldId="302"/>
            <ac:picMk id="4" creationId="{996E7793-B5C9-3B41-B2D1-9AFC619BB5EF}"/>
          </ac:picMkLst>
        </pc:picChg>
        <pc:picChg chg="add mod">
          <ac:chgData name="Schroeder, Julia" userId="22ffd91a-9b88-4279-86a5-c9a7a460afb6" providerId="ADAL" clId="{62DA9965-5E08-4A4E-A186-D490A64D3B58}" dt="2020-10-28T09:04:56.092" v="1199" actId="1076"/>
          <ac:picMkLst>
            <pc:docMk/>
            <pc:sldMk cId="3495667298" sldId="302"/>
            <ac:picMk id="6" creationId="{E77152F3-EAEF-954F-9A09-404EF37415A9}"/>
          </ac:picMkLst>
        </pc:picChg>
        <pc:picChg chg="del">
          <ac:chgData name="Schroeder, Julia" userId="22ffd91a-9b88-4279-86a5-c9a7a460afb6" providerId="ADAL" clId="{62DA9965-5E08-4A4E-A186-D490A64D3B58}" dt="2020-10-28T09:04:06.943" v="1188" actId="478"/>
          <ac:picMkLst>
            <pc:docMk/>
            <pc:sldMk cId="3495667298" sldId="302"/>
            <ac:picMk id="7" creationId="{8A90C126-3452-5342-9051-28393BBE0990}"/>
          </ac:picMkLst>
        </pc:picChg>
        <pc:cxnChg chg="add mod">
          <ac:chgData name="Schroeder, Julia" userId="22ffd91a-9b88-4279-86a5-c9a7a460afb6" providerId="ADAL" clId="{62DA9965-5E08-4A4E-A186-D490A64D3B58}" dt="2020-10-28T09:07:55.214" v="1230" actId="14100"/>
          <ac:cxnSpMkLst>
            <pc:docMk/>
            <pc:sldMk cId="3495667298" sldId="302"/>
            <ac:cxnSpMk id="9" creationId="{4D6DBD97-157B-DA44-8AD4-702D79877599}"/>
          </ac:cxnSpMkLst>
        </pc:cxnChg>
      </pc:sldChg>
      <pc:sldChg chg="new del">
        <pc:chgData name="Schroeder, Julia" userId="22ffd91a-9b88-4279-86a5-c9a7a460afb6" providerId="ADAL" clId="{62DA9965-5E08-4A4E-A186-D490A64D3B58}" dt="2020-10-28T09:04:01.131" v="1186" actId="2696"/>
        <pc:sldMkLst>
          <pc:docMk/>
          <pc:sldMk cId="3742993316" sldId="302"/>
        </pc:sldMkLst>
      </pc:sldChg>
      <pc:sldChg chg="addSp delSp modSp add mod">
        <pc:chgData name="Schroeder, Julia" userId="22ffd91a-9b88-4279-86a5-c9a7a460afb6" providerId="ADAL" clId="{62DA9965-5E08-4A4E-A186-D490A64D3B58}" dt="2020-10-28T09:05:14.391" v="1203" actId="166"/>
        <pc:sldMkLst>
          <pc:docMk/>
          <pc:sldMk cId="1143055650" sldId="303"/>
        </pc:sldMkLst>
        <pc:picChg chg="del">
          <ac:chgData name="Schroeder, Julia" userId="22ffd91a-9b88-4279-86a5-c9a7a460afb6" providerId="ADAL" clId="{62DA9965-5E08-4A4E-A186-D490A64D3B58}" dt="2020-10-28T09:05:03.174" v="1201" actId="478"/>
          <ac:picMkLst>
            <pc:docMk/>
            <pc:sldMk cId="1143055650" sldId="303"/>
            <ac:picMk id="3" creationId="{BC6C9498-8D75-1D44-AAF8-B6100DF438C5}"/>
          </ac:picMkLst>
        </pc:picChg>
        <pc:picChg chg="add mod">
          <ac:chgData name="Schroeder, Julia" userId="22ffd91a-9b88-4279-86a5-c9a7a460afb6" providerId="ADAL" clId="{62DA9965-5E08-4A4E-A186-D490A64D3B58}" dt="2020-10-28T09:05:07.204" v="1202"/>
          <ac:picMkLst>
            <pc:docMk/>
            <pc:sldMk cId="1143055650" sldId="303"/>
            <ac:picMk id="4" creationId="{0456735E-5348-1D49-B7D1-6B659514B73E}"/>
          </ac:picMkLst>
        </pc:picChg>
        <pc:picChg chg="mod">
          <ac:chgData name="Schroeder, Julia" userId="22ffd91a-9b88-4279-86a5-c9a7a460afb6" providerId="ADAL" clId="{62DA9965-5E08-4A4E-A186-D490A64D3B58}" dt="2020-10-28T09:05:14.391" v="1203" actId="166"/>
          <ac:picMkLst>
            <pc:docMk/>
            <pc:sldMk cId="1143055650" sldId="303"/>
            <ac:picMk id="6" creationId="{E77152F3-EAEF-954F-9A09-404EF37415A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7D000F55-89B4-5B4F-BEEE-7B4109D9F4C1}">
      <dgm:prSet phldrT="[Text]"/>
      <dgm:spPr/>
      <dgm:t>
        <a:bodyPr/>
        <a:lstStyle/>
        <a:p>
          <a:r>
            <a:rPr lang="en-GB" dirty="0"/>
            <a:t>Plot1</a:t>
          </a:r>
        </a:p>
      </dgm:t>
    </dgm:pt>
    <dgm:pt modelId="{D73ABED4-08C0-D046-B3DC-817152779010}" type="parTrans" cxnId="{2180A1B3-3253-FB45-9DBE-F1BD4ADF8FFB}">
      <dgm:prSet/>
      <dgm:spPr/>
      <dgm:t>
        <a:bodyPr/>
        <a:lstStyle/>
        <a:p>
          <a:endParaRPr lang="en-GB"/>
        </a:p>
      </dgm:t>
    </dgm:pt>
    <dgm:pt modelId="{449B851E-573E-8442-8A53-2A50C208BFF9}" type="sibTrans" cxnId="{2180A1B3-3253-FB45-9DBE-F1BD4ADF8FFB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E69D6E49-09CA-204F-A0F3-136F80A4FDA3}">
      <dgm:prSet phldrT="[Text]"/>
      <dgm:spPr/>
      <dgm:t>
        <a:bodyPr/>
        <a:lstStyle/>
        <a:p>
          <a:r>
            <a:rPr lang="en-GB" dirty="0"/>
            <a:t>Plot 2</a:t>
          </a:r>
        </a:p>
      </dgm:t>
    </dgm:pt>
    <dgm:pt modelId="{B6E13E31-A71D-864E-996A-E574629F705E}" type="parTrans" cxnId="{D160EDCF-9030-BC49-9847-1327039D79BB}">
      <dgm:prSet/>
      <dgm:spPr/>
      <dgm:t>
        <a:bodyPr/>
        <a:lstStyle/>
        <a:p>
          <a:endParaRPr lang="en-GB"/>
        </a:p>
      </dgm:t>
    </dgm:pt>
    <dgm:pt modelId="{33DACE6A-48F4-D747-AF30-23143B525182}" type="sibTrans" cxnId="{D160EDCF-9030-BC49-9847-1327039D79BB}">
      <dgm:prSet/>
      <dgm:spPr/>
      <dgm:t>
        <a:bodyPr/>
        <a:lstStyle/>
        <a:p>
          <a:endParaRPr lang="en-GB"/>
        </a:p>
      </dgm:t>
    </dgm:pt>
    <dgm:pt modelId="{330BD10E-CBAD-C04E-B35B-8C0FCA2B37D4}">
      <dgm:prSet/>
      <dgm:spPr/>
      <dgm:t>
        <a:bodyPr/>
        <a:lstStyle/>
        <a:p>
          <a:r>
            <a:rPr lang="en-GB" dirty="0"/>
            <a:t>Plot 3</a:t>
          </a:r>
        </a:p>
      </dgm:t>
    </dgm:pt>
    <dgm:pt modelId="{84CE6675-7ADF-3D42-A126-4E626BFE859B}" type="parTrans" cxnId="{00EA4994-F013-D141-B877-F334DA5A3014}">
      <dgm:prSet/>
      <dgm:spPr/>
      <dgm:t>
        <a:bodyPr/>
        <a:lstStyle/>
        <a:p>
          <a:endParaRPr lang="en-GB"/>
        </a:p>
      </dgm:t>
    </dgm:pt>
    <dgm:pt modelId="{D2608B55-8D18-FC43-8D9E-FC087B92E654}" type="sibTrans" cxnId="{00EA4994-F013-D141-B877-F334DA5A3014}">
      <dgm:prSet/>
      <dgm:spPr/>
      <dgm:t>
        <a:bodyPr/>
        <a:lstStyle/>
        <a:p>
          <a:endParaRPr lang="en-GB"/>
        </a:p>
      </dgm:t>
    </dgm:pt>
    <dgm:pt modelId="{9332CF4A-24F2-BE4E-B439-90066358646B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673C5670-55BE-5549-A371-3AACE1553FDE}" type="parTrans" cxnId="{47C5681F-6CBA-7A45-ABC2-7B0A5CABE2EC}">
      <dgm:prSet/>
      <dgm:spPr/>
      <dgm:t>
        <a:bodyPr/>
        <a:lstStyle/>
        <a:p>
          <a:endParaRPr lang="en-GB"/>
        </a:p>
      </dgm:t>
    </dgm:pt>
    <dgm:pt modelId="{52700B79-9E9A-D24A-B333-F584F3D597F3}" type="sibTrans" cxnId="{47C5681F-6CBA-7A45-ABC2-7B0A5CABE2EC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9EB76B8B-4E65-AF44-A23F-AE12CABCA03C}" type="pres">
      <dgm:prSet presAssocID="{D73ABED4-08C0-D046-B3DC-817152779010}" presName="Name10" presStyleLbl="parChTrans1D2" presStyleIdx="0" presStyleCnt="3"/>
      <dgm:spPr/>
    </dgm:pt>
    <dgm:pt modelId="{1E096E1C-F684-8442-BAC7-D44A374845EC}" type="pres">
      <dgm:prSet presAssocID="{7D000F55-89B4-5B4F-BEEE-7B4109D9F4C1}" presName="hierRoot2" presStyleCnt="0"/>
      <dgm:spPr/>
    </dgm:pt>
    <dgm:pt modelId="{99120076-A97E-BB4F-A6FB-06A24EC44F56}" type="pres">
      <dgm:prSet presAssocID="{7D000F55-89B4-5B4F-BEEE-7B4109D9F4C1}" presName="composite2" presStyleCnt="0"/>
      <dgm:spPr/>
    </dgm:pt>
    <dgm:pt modelId="{97F27D3C-C2B1-E84F-9C0F-B21CA3E33DFB}" type="pres">
      <dgm:prSet presAssocID="{7D000F55-89B4-5B4F-BEEE-7B4109D9F4C1}" presName="background2" presStyleLbl="node2" presStyleIdx="0" presStyleCnt="3"/>
      <dgm:spPr/>
    </dgm:pt>
    <dgm:pt modelId="{061B7240-9C42-E647-8B6D-BF5A712AA335}" type="pres">
      <dgm:prSet presAssocID="{7D000F55-89B4-5B4F-BEEE-7B4109D9F4C1}" presName="text2" presStyleLbl="fgAcc2" presStyleIdx="0" presStyleCnt="3">
        <dgm:presLayoutVars>
          <dgm:chPref val="3"/>
        </dgm:presLayoutVars>
      </dgm:prSet>
      <dgm:spPr/>
    </dgm:pt>
    <dgm:pt modelId="{E539AA6D-C1F4-B344-ABFE-D175C268FAD5}" type="pres">
      <dgm:prSet presAssocID="{7D000F55-89B4-5B4F-BEEE-7B4109D9F4C1}" presName="hierChild3" presStyleCnt="0"/>
      <dgm:spPr/>
    </dgm:pt>
    <dgm:pt modelId="{1B65B4AB-2F61-9D48-A29E-C0875E946BF1}" type="pres">
      <dgm:prSet presAssocID="{D9D4375C-61E3-6440-B712-871B1A5D76F9}" presName="Name17" presStyleLbl="parChTrans1D3" presStyleIdx="0" presStyleCnt="5"/>
      <dgm:spPr/>
    </dgm:pt>
    <dgm:pt modelId="{5D20E1D8-95E0-B545-9735-28334724FDE3}" type="pres">
      <dgm:prSet presAssocID="{FF34FDC8-1359-A14F-8174-68CF6EBE010C}" presName="hierRoot3" presStyleCnt="0"/>
      <dgm:spPr/>
    </dgm:pt>
    <dgm:pt modelId="{168D9EF5-F0EB-B14C-B91E-D1E7EF0B3FBB}" type="pres">
      <dgm:prSet presAssocID="{FF34FDC8-1359-A14F-8174-68CF6EBE010C}" presName="composite3" presStyleCnt="0"/>
      <dgm:spPr/>
    </dgm:pt>
    <dgm:pt modelId="{A654C64B-F590-2E4D-9620-DCB04A5A63D0}" type="pres">
      <dgm:prSet presAssocID="{FF34FDC8-1359-A14F-8174-68CF6EBE010C}" presName="background3" presStyleLbl="node3" presStyleIdx="0" presStyleCnt="5"/>
      <dgm:spPr/>
    </dgm:pt>
    <dgm:pt modelId="{8165CB74-37EA-1E4D-8C4C-C7EB91162601}" type="pres">
      <dgm:prSet presAssocID="{FF34FDC8-1359-A14F-8174-68CF6EBE010C}" presName="text3" presStyleLbl="fgAcc3" presStyleIdx="0" presStyleCnt="5">
        <dgm:presLayoutVars>
          <dgm:chPref val="3"/>
        </dgm:presLayoutVars>
      </dgm:prSet>
      <dgm:spPr/>
    </dgm:pt>
    <dgm:pt modelId="{1AE34948-6A17-F74F-89DB-47042EFD05E7}" type="pres">
      <dgm:prSet presAssocID="{FF34FDC8-1359-A14F-8174-68CF6EBE010C}" presName="hierChild4" presStyleCnt="0"/>
      <dgm:spPr/>
    </dgm:pt>
    <dgm:pt modelId="{0126C0DB-B660-B24F-91C8-C8DAE7CF1B62}" type="pres">
      <dgm:prSet presAssocID="{16E79066-4E76-D048-94E6-2F32D8D95843}" presName="Name17" presStyleLbl="parChTrans1D3" presStyleIdx="1" presStyleCnt="5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1" presStyleCnt="5"/>
      <dgm:spPr/>
    </dgm:pt>
    <dgm:pt modelId="{A4F0A31C-D3D7-C447-9C93-72FFA4911BEB}" type="pres">
      <dgm:prSet presAssocID="{43F75775-0C61-844B-B281-3EE5DDB128D0}" presName="text3" presStyleLbl="fgAcc3" presStyleIdx="1" presStyleCnt="5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AC484524-2FDE-D143-878E-977943084DE9}" type="pres">
      <dgm:prSet presAssocID="{B6E13E31-A71D-864E-996A-E574629F705E}" presName="Name10" presStyleLbl="parChTrans1D2" presStyleIdx="1" presStyleCnt="3"/>
      <dgm:spPr/>
    </dgm:pt>
    <dgm:pt modelId="{39F0EBC7-BD4F-A547-91A7-40800DF80D3F}" type="pres">
      <dgm:prSet presAssocID="{E69D6E49-09CA-204F-A0F3-136F80A4FDA3}" presName="hierRoot2" presStyleCnt="0"/>
      <dgm:spPr/>
    </dgm:pt>
    <dgm:pt modelId="{D8DE85F7-A328-6C45-A1E0-A74697ADE0A8}" type="pres">
      <dgm:prSet presAssocID="{E69D6E49-09CA-204F-A0F3-136F80A4FDA3}" presName="composite2" presStyleCnt="0"/>
      <dgm:spPr/>
    </dgm:pt>
    <dgm:pt modelId="{2EB31786-3247-2347-81F7-621C680A0AE4}" type="pres">
      <dgm:prSet presAssocID="{E69D6E49-09CA-204F-A0F3-136F80A4FDA3}" presName="background2" presStyleLbl="node2" presStyleIdx="1" presStyleCnt="3"/>
      <dgm:spPr/>
    </dgm:pt>
    <dgm:pt modelId="{C67387A3-B822-894B-82E1-E48AEDA4E399}" type="pres">
      <dgm:prSet presAssocID="{E69D6E49-09CA-204F-A0F3-136F80A4FDA3}" presName="text2" presStyleLbl="fgAcc2" presStyleIdx="1" presStyleCnt="3">
        <dgm:presLayoutVars>
          <dgm:chPref val="3"/>
        </dgm:presLayoutVars>
      </dgm:prSet>
      <dgm:spPr/>
    </dgm:pt>
    <dgm:pt modelId="{8F929B28-BEA1-D04A-9EC8-F811B49F1F6B}" type="pres">
      <dgm:prSet presAssocID="{E69D6E49-09CA-204F-A0F3-136F80A4FDA3}" presName="hierChild3" presStyleCnt="0"/>
      <dgm:spPr/>
    </dgm:pt>
    <dgm:pt modelId="{CC0491CF-F086-4945-88CB-4107F7357C00}" type="pres">
      <dgm:prSet presAssocID="{E21240E5-D301-8946-B2A8-D23B9D7C84EA}" presName="Name17" presStyleLbl="parChTrans1D3" presStyleIdx="2" presStyleCnt="5"/>
      <dgm:spPr/>
    </dgm:pt>
    <dgm:pt modelId="{DC73C987-FEC0-4A4F-BDD2-FABE52D2299D}" type="pres">
      <dgm:prSet presAssocID="{66DB8B3F-92D3-BA44-BCE3-CD6AFD270027}" presName="hierRoot3" presStyleCnt="0"/>
      <dgm:spPr/>
    </dgm:pt>
    <dgm:pt modelId="{77C86DF0-A9CA-0A46-A618-FBCCC2CADAB1}" type="pres">
      <dgm:prSet presAssocID="{66DB8B3F-92D3-BA44-BCE3-CD6AFD270027}" presName="composite3" presStyleCnt="0"/>
      <dgm:spPr/>
    </dgm:pt>
    <dgm:pt modelId="{90A233D3-663C-DE4D-B1A9-DBBC8097A5C8}" type="pres">
      <dgm:prSet presAssocID="{66DB8B3F-92D3-BA44-BCE3-CD6AFD270027}" presName="background3" presStyleLbl="node3" presStyleIdx="2" presStyleCnt="5"/>
      <dgm:spPr/>
    </dgm:pt>
    <dgm:pt modelId="{2CC5E522-F17C-E848-9B1E-74CDCD1522AA}" type="pres">
      <dgm:prSet presAssocID="{66DB8B3F-92D3-BA44-BCE3-CD6AFD270027}" presName="text3" presStyleLbl="fgAcc3" presStyleIdx="2" presStyleCnt="5">
        <dgm:presLayoutVars>
          <dgm:chPref val="3"/>
        </dgm:presLayoutVars>
      </dgm:prSet>
      <dgm:spPr/>
    </dgm:pt>
    <dgm:pt modelId="{91BF342F-EAF7-3948-B1E5-D3037872D1A6}" type="pres">
      <dgm:prSet presAssocID="{66DB8B3F-92D3-BA44-BCE3-CD6AFD270027}" presName="hierChild4" presStyleCnt="0"/>
      <dgm:spPr/>
    </dgm:pt>
    <dgm:pt modelId="{E333F24D-EFAF-8643-A3CD-5CBEB609C8C5}" type="pres">
      <dgm:prSet presAssocID="{7A0B4CCA-5B33-E54B-AFC6-25C541130867}" presName="Name17" presStyleLbl="parChTrans1D3" presStyleIdx="3" presStyleCnt="5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3" presStyleCnt="5"/>
      <dgm:spPr/>
    </dgm:pt>
    <dgm:pt modelId="{F0A7ECAA-5EB6-0C48-ADC6-13DBFE1E7AC4}" type="pres">
      <dgm:prSet presAssocID="{2A0478BF-BCE6-B94C-8D7A-692B726293C8}" presName="text3" presStyleLbl="fgAcc3" presStyleIdx="3" presStyleCnt="5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B0C7E17B-B9B2-0C47-BDEE-3C7F5E0F5747}" type="pres">
      <dgm:prSet presAssocID="{84CE6675-7ADF-3D42-A126-4E626BFE859B}" presName="Name10" presStyleLbl="parChTrans1D2" presStyleIdx="2" presStyleCnt="3"/>
      <dgm:spPr/>
    </dgm:pt>
    <dgm:pt modelId="{189A1DD6-9660-0E4C-8444-41AC51318B12}" type="pres">
      <dgm:prSet presAssocID="{330BD10E-CBAD-C04E-B35B-8C0FCA2B37D4}" presName="hierRoot2" presStyleCnt="0"/>
      <dgm:spPr/>
    </dgm:pt>
    <dgm:pt modelId="{AA3299EA-E0C6-DB41-B28B-9390E88D05DF}" type="pres">
      <dgm:prSet presAssocID="{330BD10E-CBAD-C04E-B35B-8C0FCA2B37D4}" presName="composite2" presStyleCnt="0"/>
      <dgm:spPr/>
    </dgm:pt>
    <dgm:pt modelId="{6ACFF2CF-D9A5-6545-800F-3F08F0412B75}" type="pres">
      <dgm:prSet presAssocID="{330BD10E-CBAD-C04E-B35B-8C0FCA2B37D4}" presName="background2" presStyleLbl="node2" presStyleIdx="2" presStyleCnt="3"/>
      <dgm:spPr/>
    </dgm:pt>
    <dgm:pt modelId="{1F7474CA-14DC-3447-AAE6-D8BE9CED8738}" type="pres">
      <dgm:prSet presAssocID="{330BD10E-CBAD-C04E-B35B-8C0FCA2B37D4}" presName="text2" presStyleLbl="fgAcc2" presStyleIdx="2" presStyleCnt="3">
        <dgm:presLayoutVars>
          <dgm:chPref val="3"/>
        </dgm:presLayoutVars>
      </dgm:prSet>
      <dgm:spPr/>
    </dgm:pt>
    <dgm:pt modelId="{7AC650A5-D7B7-6A4D-A164-4FFE1D8B9E7E}" type="pres">
      <dgm:prSet presAssocID="{330BD10E-CBAD-C04E-B35B-8C0FCA2B37D4}" presName="hierChild3" presStyleCnt="0"/>
      <dgm:spPr/>
    </dgm:pt>
    <dgm:pt modelId="{7AC89779-B54A-9542-9678-D8F75A251473}" type="pres">
      <dgm:prSet presAssocID="{673C5670-55BE-5549-A371-3AACE1553FDE}" presName="Name17" presStyleLbl="parChTrans1D3" presStyleIdx="4" presStyleCnt="5"/>
      <dgm:spPr/>
    </dgm:pt>
    <dgm:pt modelId="{F5148818-BA3B-B948-B969-55746B190333}" type="pres">
      <dgm:prSet presAssocID="{9332CF4A-24F2-BE4E-B439-90066358646B}" presName="hierRoot3" presStyleCnt="0"/>
      <dgm:spPr/>
    </dgm:pt>
    <dgm:pt modelId="{B95301C6-7EEC-5541-AD37-36CC20997548}" type="pres">
      <dgm:prSet presAssocID="{9332CF4A-24F2-BE4E-B439-90066358646B}" presName="composite3" presStyleCnt="0"/>
      <dgm:spPr/>
    </dgm:pt>
    <dgm:pt modelId="{D27D71CF-EC17-A345-9CDF-1E9CE9F3597D}" type="pres">
      <dgm:prSet presAssocID="{9332CF4A-24F2-BE4E-B439-90066358646B}" presName="background3" presStyleLbl="node3" presStyleIdx="4" presStyleCnt="5"/>
      <dgm:spPr/>
    </dgm:pt>
    <dgm:pt modelId="{EA75016E-60F8-9D4C-9841-8E93543D0AF1}" type="pres">
      <dgm:prSet presAssocID="{9332CF4A-24F2-BE4E-B439-90066358646B}" presName="text3" presStyleLbl="fgAcc3" presStyleIdx="4" presStyleCnt="5">
        <dgm:presLayoutVars>
          <dgm:chPref val="3"/>
        </dgm:presLayoutVars>
      </dgm:prSet>
      <dgm:spPr/>
    </dgm:pt>
    <dgm:pt modelId="{6D94BDC9-8292-C149-9CE0-B0DC0F521713}" type="pres">
      <dgm:prSet presAssocID="{9332CF4A-24F2-BE4E-B439-90066358646B}" presName="hierChild4" presStyleCnt="0"/>
      <dgm:spPr/>
    </dgm:pt>
  </dgm:ptLst>
  <dgm:cxnLst>
    <dgm:cxn modelId="{B06BCC00-0E87-6C49-8C7C-0125D00117E3}" type="presOf" srcId="{84CE6675-7ADF-3D42-A126-4E626BFE859B}" destId="{B0C7E17B-B9B2-0C47-BDEE-3C7F5E0F5747}" srcOrd="0" destOrd="0" presId="urn:microsoft.com/office/officeart/2005/8/layout/hierarchy1"/>
    <dgm:cxn modelId="{57864906-6CDA-7449-B699-72175AEFF123}" type="presOf" srcId="{D73ABED4-08C0-D046-B3DC-817152779010}" destId="{9EB76B8B-4E65-AF44-A23F-AE12CABCA03C}" srcOrd="0" destOrd="0" presId="urn:microsoft.com/office/officeart/2005/8/layout/hierarchy1"/>
    <dgm:cxn modelId="{01C60C18-959F-874F-B694-FA4B519AD848}" srcId="{7D000F55-89B4-5B4F-BEEE-7B4109D9F4C1}" destId="{43F75775-0C61-844B-B281-3EE5DDB128D0}" srcOrd="1" destOrd="0" parTransId="{16E79066-4E76-D048-94E6-2F32D8D95843}" sibTransId="{EC984D0E-E13D-DB49-8619-0425FD8B578E}"/>
    <dgm:cxn modelId="{AD5F1419-C03F-0B49-B58E-30D62BBCA41A}" type="presOf" srcId="{E69D6E49-09CA-204F-A0F3-136F80A4FDA3}" destId="{C67387A3-B822-894B-82E1-E48AEDA4E399}" srcOrd="0" destOrd="0" presId="urn:microsoft.com/office/officeart/2005/8/layout/hierarchy1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47C5681F-6CBA-7A45-ABC2-7B0A5CABE2EC}" srcId="{330BD10E-CBAD-C04E-B35B-8C0FCA2B37D4}" destId="{9332CF4A-24F2-BE4E-B439-90066358646B}" srcOrd="0" destOrd="0" parTransId="{673C5670-55BE-5549-A371-3AACE1553FDE}" sibTransId="{52700B79-9E9A-D24A-B333-F584F3D597F3}"/>
    <dgm:cxn modelId="{6F028B23-9008-314A-8078-E896026D8555}" type="presOf" srcId="{16E79066-4E76-D048-94E6-2F32D8D95843}" destId="{0126C0DB-B660-B24F-91C8-C8DAE7CF1B62}" srcOrd="0" destOrd="0" presId="urn:microsoft.com/office/officeart/2005/8/layout/hierarchy1"/>
    <dgm:cxn modelId="{FB7EF529-B161-EA41-BD4C-B1C1781578F2}" srcId="{E69D6E49-09CA-204F-A0F3-136F80A4FDA3}" destId="{2A0478BF-BCE6-B94C-8D7A-692B726293C8}" srcOrd="1" destOrd="0" parTransId="{7A0B4CCA-5B33-E54B-AFC6-25C541130867}" sibTransId="{B9660292-CA70-F347-989F-3B3FD71B26BA}"/>
    <dgm:cxn modelId="{B7C9D344-3888-5643-9C51-C0D411A58E91}" type="presOf" srcId="{E21240E5-D301-8946-B2A8-D23B9D7C84EA}" destId="{CC0491CF-F086-4945-88CB-4107F7357C00}" srcOrd="0" destOrd="0" presId="urn:microsoft.com/office/officeart/2005/8/layout/hierarchy1"/>
    <dgm:cxn modelId="{7E4F7F53-072B-8748-BF27-92ED7F5ED58E}" type="presOf" srcId="{D9D4375C-61E3-6440-B712-871B1A5D76F9}" destId="{1B65B4AB-2F61-9D48-A29E-C0875E946BF1}" srcOrd="0" destOrd="0" presId="urn:microsoft.com/office/officeart/2005/8/layout/hierarchy1"/>
    <dgm:cxn modelId="{F390E15A-EC8B-CC44-A6B1-0916F35AB2DD}" srcId="{7D000F55-89B4-5B4F-BEEE-7B4109D9F4C1}" destId="{FF34FDC8-1359-A14F-8174-68CF6EBE010C}" srcOrd="0" destOrd="0" parTransId="{D9D4375C-61E3-6440-B712-871B1A5D76F9}" sibTransId="{697B37B1-C4B3-9E4E-A4E2-697303AD1403}"/>
    <dgm:cxn modelId="{FEA0067F-A819-744D-998F-26D3ACD93C99}" srcId="{E69D6E49-09CA-204F-A0F3-136F80A4FDA3}" destId="{66DB8B3F-92D3-BA44-BCE3-CD6AFD270027}" srcOrd="0" destOrd="0" parTransId="{E21240E5-D301-8946-B2A8-D23B9D7C84EA}" sibTransId="{F98DD3FF-8F92-A643-8841-3E7E35B4D38C}"/>
    <dgm:cxn modelId="{B6DD397F-9742-9648-999D-720FBA66F4B8}" type="presOf" srcId="{B6E13E31-A71D-864E-996A-E574629F705E}" destId="{AC484524-2FDE-D143-878E-977943084DE9}" srcOrd="0" destOrd="0" presId="urn:microsoft.com/office/officeart/2005/8/layout/hierarchy1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C852AC8E-A08B-F840-B03C-A2F6318582A2}" type="presOf" srcId="{330BD10E-CBAD-C04E-B35B-8C0FCA2B37D4}" destId="{1F7474CA-14DC-3447-AAE6-D8BE9CED8738}" srcOrd="0" destOrd="0" presId="urn:microsoft.com/office/officeart/2005/8/layout/hierarchy1"/>
    <dgm:cxn modelId="{00EA4994-F013-D141-B877-F334DA5A3014}" srcId="{D98EA9E9-C2DE-E54A-A61C-C5719B642E7C}" destId="{330BD10E-CBAD-C04E-B35B-8C0FCA2B37D4}" srcOrd="2" destOrd="0" parTransId="{84CE6675-7ADF-3D42-A126-4E626BFE859B}" sibTransId="{D2608B55-8D18-FC43-8D9E-FC087B92E654}"/>
    <dgm:cxn modelId="{CC756C98-3C3E-7845-AE10-8A08C7877121}" type="presOf" srcId="{2A0478BF-BCE6-B94C-8D7A-692B726293C8}" destId="{F0A7ECAA-5EB6-0C48-ADC6-13DBFE1E7AC4}" srcOrd="0" destOrd="0" presId="urn:microsoft.com/office/officeart/2005/8/layout/hierarchy1"/>
    <dgm:cxn modelId="{1794859E-1840-A443-84FC-4191D3B80B63}" type="presOf" srcId="{9332CF4A-24F2-BE4E-B439-90066358646B}" destId="{EA75016E-60F8-9D4C-9841-8E93543D0AF1}" srcOrd="0" destOrd="0" presId="urn:microsoft.com/office/officeart/2005/8/layout/hierarchy1"/>
    <dgm:cxn modelId="{A2C48BAC-838A-E94A-9AD2-8E33E97F791F}" type="presOf" srcId="{FF34FDC8-1359-A14F-8174-68CF6EBE010C}" destId="{8165CB74-37EA-1E4D-8C4C-C7EB91162601}" srcOrd="0" destOrd="0" presId="urn:microsoft.com/office/officeart/2005/8/layout/hierarchy1"/>
    <dgm:cxn modelId="{2180A1B3-3253-FB45-9DBE-F1BD4ADF8FFB}" srcId="{D98EA9E9-C2DE-E54A-A61C-C5719B642E7C}" destId="{7D000F55-89B4-5B4F-BEEE-7B4109D9F4C1}" srcOrd="0" destOrd="0" parTransId="{D73ABED4-08C0-D046-B3DC-817152779010}" sibTransId="{449B851E-573E-8442-8A53-2A50C208BFF9}"/>
    <dgm:cxn modelId="{8CA469B5-D485-124C-84C2-0B262B073EB8}" type="presOf" srcId="{43F75775-0C61-844B-B281-3EE5DDB128D0}" destId="{A4F0A31C-D3D7-C447-9C93-72FFA4911BEB}" srcOrd="0" destOrd="0" presId="urn:microsoft.com/office/officeart/2005/8/layout/hierarchy1"/>
    <dgm:cxn modelId="{5FFDBEC3-099D-D74A-8DAC-E545977C1982}" type="presOf" srcId="{7A0B4CCA-5B33-E54B-AFC6-25C541130867}" destId="{E333F24D-EFAF-8643-A3CD-5CBEB609C8C5}" srcOrd="0" destOrd="0" presId="urn:microsoft.com/office/officeart/2005/8/layout/hierarchy1"/>
    <dgm:cxn modelId="{7BB0F5C9-6B1E-B04E-B712-702EFAD746DC}" type="presOf" srcId="{673C5670-55BE-5549-A371-3AACE1553FDE}" destId="{7AC89779-B54A-9542-9678-D8F75A251473}" srcOrd="0" destOrd="0" presId="urn:microsoft.com/office/officeart/2005/8/layout/hierarchy1"/>
    <dgm:cxn modelId="{D160EDCF-9030-BC49-9847-1327039D79BB}" srcId="{D98EA9E9-C2DE-E54A-A61C-C5719B642E7C}" destId="{E69D6E49-09CA-204F-A0F3-136F80A4FDA3}" srcOrd="1" destOrd="0" parTransId="{B6E13E31-A71D-864E-996A-E574629F705E}" sibTransId="{33DACE6A-48F4-D747-AF30-23143B525182}"/>
    <dgm:cxn modelId="{DACA82D7-B4EA-6243-94CF-B511E28C36E9}" type="presOf" srcId="{66DB8B3F-92D3-BA44-BCE3-CD6AFD270027}" destId="{2CC5E522-F17C-E848-9B1E-74CDCD1522AA}" srcOrd="0" destOrd="0" presId="urn:microsoft.com/office/officeart/2005/8/layout/hierarchy1"/>
    <dgm:cxn modelId="{F5B61EE6-D92C-DB4C-A3D3-2E9F912FF1F3}" type="presOf" srcId="{7D000F55-89B4-5B4F-BEEE-7B4109D9F4C1}" destId="{061B7240-9C42-E647-8B6D-BF5A712AA335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80793613-B66E-314D-AE95-0ED632B4CFAE}" type="presParOf" srcId="{D7FFE878-CBB4-9E40-8F10-BC5A118A83EE}" destId="{9EB76B8B-4E65-AF44-A23F-AE12CABCA03C}" srcOrd="0" destOrd="0" presId="urn:microsoft.com/office/officeart/2005/8/layout/hierarchy1"/>
    <dgm:cxn modelId="{E90B8D97-D091-8A40-8DA8-C260ECCED42D}" type="presParOf" srcId="{D7FFE878-CBB4-9E40-8F10-BC5A118A83EE}" destId="{1E096E1C-F684-8442-BAC7-D44A374845EC}" srcOrd="1" destOrd="0" presId="urn:microsoft.com/office/officeart/2005/8/layout/hierarchy1"/>
    <dgm:cxn modelId="{259D1BED-D431-9747-AE96-ECE9CE271E86}" type="presParOf" srcId="{1E096E1C-F684-8442-BAC7-D44A374845EC}" destId="{99120076-A97E-BB4F-A6FB-06A24EC44F56}" srcOrd="0" destOrd="0" presId="urn:microsoft.com/office/officeart/2005/8/layout/hierarchy1"/>
    <dgm:cxn modelId="{27D25818-FDBE-1C4C-884C-4A287D714B6C}" type="presParOf" srcId="{99120076-A97E-BB4F-A6FB-06A24EC44F56}" destId="{97F27D3C-C2B1-E84F-9C0F-B21CA3E33DFB}" srcOrd="0" destOrd="0" presId="urn:microsoft.com/office/officeart/2005/8/layout/hierarchy1"/>
    <dgm:cxn modelId="{DD52C07B-2D17-D542-A3A9-7261808C1994}" type="presParOf" srcId="{99120076-A97E-BB4F-A6FB-06A24EC44F56}" destId="{061B7240-9C42-E647-8B6D-BF5A712AA335}" srcOrd="1" destOrd="0" presId="urn:microsoft.com/office/officeart/2005/8/layout/hierarchy1"/>
    <dgm:cxn modelId="{27F561E0-C699-B444-AB29-86B579058850}" type="presParOf" srcId="{1E096E1C-F684-8442-BAC7-D44A374845EC}" destId="{E539AA6D-C1F4-B344-ABFE-D175C268FAD5}" srcOrd="1" destOrd="0" presId="urn:microsoft.com/office/officeart/2005/8/layout/hierarchy1"/>
    <dgm:cxn modelId="{CA880DCA-77EF-9E44-890D-4C9165062142}" type="presParOf" srcId="{E539AA6D-C1F4-B344-ABFE-D175C268FAD5}" destId="{1B65B4AB-2F61-9D48-A29E-C0875E946BF1}" srcOrd="0" destOrd="0" presId="urn:microsoft.com/office/officeart/2005/8/layout/hierarchy1"/>
    <dgm:cxn modelId="{FFA8B13B-E8AF-6844-9EAC-FD97AD875807}" type="presParOf" srcId="{E539AA6D-C1F4-B344-ABFE-D175C268FAD5}" destId="{5D20E1D8-95E0-B545-9735-28334724FDE3}" srcOrd="1" destOrd="0" presId="urn:microsoft.com/office/officeart/2005/8/layout/hierarchy1"/>
    <dgm:cxn modelId="{B72CEA35-BD88-2641-9DC7-194C20CFFE1E}" type="presParOf" srcId="{5D20E1D8-95E0-B545-9735-28334724FDE3}" destId="{168D9EF5-F0EB-B14C-B91E-D1E7EF0B3FBB}" srcOrd="0" destOrd="0" presId="urn:microsoft.com/office/officeart/2005/8/layout/hierarchy1"/>
    <dgm:cxn modelId="{6350C1C1-BBC0-8C42-A58D-9F55A2DB6A6D}" type="presParOf" srcId="{168D9EF5-F0EB-B14C-B91E-D1E7EF0B3FBB}" destId="{A654C64B-F590-2E4D-9620-DCB04A5A63D0}" srcOrd="0" destOrd="0" presId="urn:microsoft.com/office/officeart/2005/8/layout/hierarchy1"/>
    <dgm:cxn modelId="{D7C1C23E-081A-0044-97D0-6C9DECA08B67}" type="presParOf" srcId="{168D9EF5-F0EB-B14C-B91E-D1E7EF0B3FBB}" destId="{8165CB74-37EA-1E4D-8C4C-C7EB91162601}" srcOrd="1" destOrd="0" presId="urn:microsoft.com/office/officeart/2005/8/layout/hierarchy1"/>
    <dgm:cxn modelId="{8667EB57-654C-E149-BBE7-880E59573820}" type="presParOf" srcId="{5D20E1D8-95E0-B545-9735-28334724FDE3}" destId="{1AE34948-6A17-F74F-89DB-47042EFD05E7}" srcOrd="1" destOrd="0" presId="urn:microsoft.com/office/officeart/2005/8/layout/hierarchy1"/>
    <dgm:cxn modelId="{E04F6F97-7D8C-5242-8090-916C67839761}" type="presParOf" srcId="{E539AA6D-C1F4-B344-ABFE-D175C268FAD5}" destId="{0126C0DB-B660-B24F-91C8-C8DAE7CF1B62}" srcOrd="2" destOrd="0" presId="urn:microsoft.com/office/officeart/2005/8/layout/hierarchy1"/>
    <dgm:cxn modelId="{05B76058-5847-4844-8723-5DF302591B51}" type="presParOf" srcId="{E539AA6D-C1F4-B344-ABFE-D175C268FAD5}" destId="{6BE9F5A5-471F-8A4E-BCAC-40BA8ECD51D1}" srcOrd="3" destOrd="0" presId="urn:microsoft.com/office/officeart/2005/8/layout/hierarchy1"/>
    <dgm:cxn modelId="{6BEDAD3A-9356-534C-8B7B-153F60197633}" type="presParOf" srcId="{6BE9F5A5-471F-8A4E-BCAC-40BA8ECD51D1}" destId="{18BCCCAD-DB37-5941-864B-DB93D8F25C51}" srcOrd="0" destOrd="0" presId="urn:microsoft.com/office/officeart/2005/8/layout/hierarchy1"/>
    <dgm:cxn modelId="{A750BEA2-BF3F-A24E-8211-038BC59C3D98}" type="presParOf" srcId="{18BCCCAD-DB37-5941-864B-DB93D8F25C51}" destId="{0ABF5889-C075-B64D-8835-608EA85885DD}" srcOrd="0" destOrd="0" presId="urn:microsoft.com/office/officeart/2005/8/layout/hierarchy1"/>
    <dgm:cxn modelId="{69B14C2F-3D99-504D-A77A-151EE8FFD445}" type="presParOf" srcId="{18BCCCAD-DB37-5941-864B-DB93D8F25C51}" destId="{A4F0A31C-D3D7-C447-9C93-72FFA4911BEB}" srcOrd="1" destOrd="0" presId="urn:microsoft.com/office/officeart/2005/8/layout/hierarchy1"/>
    <dgm:cxn modelId="{D086363A-6FBF-F744-923C-D67A935AA3A2}" type="presParOf" srcId="{6BE9F5A5-471F-8A4E-BCAC-40BA8ECD51D1}" destId="{D8F260D3-7339-444F-9C02-359EA2F2A54D}" srcOrd="1" destOrd="0" presId="urn:microsoft.com/office/officeart/2005/8/layout/hierarchy1"/>
    <dgm:cxn modelId="{0380D67F-C32D-7647-962A-77EFF952A894}" type="presParOf" srcId="{D7FFE878-CBB4-9E40-8F10-BC5A118A83EE}" destId="{AC484524-2FDE-D143-878E-977943084DE9}" srcOrd="2" destOrd="0" presId="urn:microsoft.com/office/officeart/2005/8/layout/hierarchy1"/>
    <dgm:cxn modelId="{7F04FFDE-A565-7247-AF3B-7146E333E8F9}" type="presParOf" srcId="{D7FFE878-CBB4-9E40-8F10-BC5A118A83EE}" destId="{39F0EBC7-BD4F-A547-91A7-40800DF80D3F}" srcOrd="3" destOrd="0" presId="urn:microsoft.com/office/officeart/2005/8/layout/hierarchy1"/>
    <dgm:cxn modelId="{30BB69AE-CD6B-5344-8189-DEF846B2919E}" type="presParOf" srcId="{39F0EBC7-BD4F-A547-91A7-40800DF80D3F}" destId="{D8DE85F7-A328-6C45-A1E0-A74697ADE0A8}" srcOrd="0" destOrd="0" presId="urn:microsoft.com/office/officeart/2005/8/layout/hierarchy1"/>
    <dgm:cxn modelId="{586048EB-C83C-9845-AF93-E35CC46C4DE7}" type="presParOf" srcId="{D8DE85F7-A328-6C45-A1E0-A74697ADE0A8}" destId="{2EB31786-3247-2347-81F7-621C680A0AE4}" srcOrd="0" destOrd="0" presId="urn:microsoft.com/office/officeart/2005/8/layout/hierarchy1"/>
    <dgm:cxn modelId="{D7F40A58-031D-4E47-B859-E5BF75DD6736}" type="presParOf" srcId="{D8DE85F7-A328-6C45-A1E0-A74697ADE0A8}" destId="{C67387A3-B822-894B-82E1-E48AEDA4E399}" srcOrd="1" destOrd="0" presId="urn:microsoft.com/office/officeart/2005/8/layout/hierarchy1"/>
    <dgm:cxn modelId="{8B2446DE-8929-7C49-8AC2-22FDEDE436FD}" type="presParOf" srcId="{39F0EBC7-BD4F-A547-91A7-40800DF80D3F}" destId="{8F929B28-BEA1-D04A-9EC8-F811B49F1F6B}" srcOrd="1" destOrd="0" presId="urn:microsoft.com/office/officeart/2005/8/layout/hierarchy1"/>
    <dgm:cxn modelId="{49F444C7-7329-7945-97BE-03376C83EEEB}" type="presParOf" srcId="{8F929B28-BEA1-D04A-9EC8-F811B49F1F6B}" destId="{CC0491CF-F086-4945-88CB-4107F7357C00}" srcOrd="0" destOrd="0" presId="urn:microsoft.com/office/officeart/2005/8/layout/hierarchy1"/>
    <dgm:cxn modelId="{97D87492-D092-5644-B4E5-4D73A08FB297}" type="presParOf" srcId="{8F929B28-BEA1-D04A-9EC8-F811B49F1F6B}" destId="{DC73C987-FEC0-4A4F-BDD2-FABE52D2299D}" srcOrd="1" destOrd="0" presId="urn:microsoft.com/office/officeart/2005/8/layout/hierarchy1"/>
    <dgm:cxn modelId="{A855E96A-E3B0-F445-A742-FB9F4BFB0243}" type="presParOf" srcId="{DC73C987-FEC0-4A4F-BDD2-FABE52D2299D}" destId="{77C86DF0-A9CA-0A46-A618-FBCCC2CADAB1}" srcOrd="0" destOrd="0" presId="urn:microsoft.com/office/officeart/2005/8/layout/hierarchy1"/>
    <dgm:cxn modelId="{FC6CD066-3290-3E4C-B777-25B7BF8B5A8C}" type="presParOf" srcId="{77C86DF0-A9CA-0A46-A618-FBCCC2CADAB1}" destId="{90A233D3-663C-DE4D-B1A9-DBBC8097A5C8}" srcOrd="0" destOrd="0" presId="urn:microsoft.com/office/officeart/2005/8/layout/hierarchy1"/>
    <dgm:cxn modelId="{420154E0-2523-5841-A68D-93B8985069F6}" type="presParOf" srcId="{77C86DF0-A9CA-0A46-A618-FBCCC2CADAB1}" destId="{2CC5E522-F17C-E848-9B1E-74CDCD1522AA}" srcOrd="1" destOrd="0" presId="urn:microsoft.com/office/officeart/2005/8/layout/hierarchy1"/>
    <dgm:cxn modelId="{874069A7-E013-BD47-8B3D-FB3DA46EF692}" type="presParOf" srcId="{DC73C987-FEC0-4A4F-BDD2-FABE52D2299D}" destId="{91BF342F-EAF7-3948-B1E5-D3037872D1A6}" srcOrd="1" destOrd="0" presId="urn:microsoft.com/office/officeart/2005/8/layout/hierarchy1"/>
    <dgm:cxn modelId="{596E33D0-5E8E-9342-8031-6E27B1E9C301}" type="presParOf" srcId="{8F929B28-BEA1-D04A-9EC8-F811B49F1F6B}" destId="{E333F24D-EFAF-8643-A3CD-5CBEB609C8C5}" srcOrd="2" destOrd="0" presId="urn:microsoft.com/office/officeart/2005/8/layout/hierarchy1"/>
    <dgm:cxn modelId="{3A204DBF-C3BF-9E4B-A78D-F1DE82F410A7}" type="presParOf" srcId="{8F929B28-BEA1-D04A-9EC8-F811B49F1F6B}" destId="{64D608EA-8B21-E748-BD48-FE74D151B7BD}" srcOrd="3" destOrd="0" presId="urn:microsoft.com/office/officeart/2005/8/layout/hierarchy1"/>
    <dgm:cxn modelId="{A887DBF5-13B9-8947-BBBE-89F8D5E5FCB2}" type="presParOf" srcId="{64D608EA-8B21-E748-BD48-FE74D151B7BD}" destId="{FA444606-6D7A-9847-9989-3D372646029F}" srcOrd="0" destOrd="0" presId="urn:microsoft.com/office/officeart/2005/8/layout/hierarchy1"/>
    <dgm:cxn modelId="{7C5C8E86-6280-B04B-9DE5-7DA2A9477E96}" type="presParOf" srcId="{FA444606-6D7A-9847-9989-3D372646029F}" destId="{89730978-1707-6F44-8618-CE82EAAA229A}" srcOrd="0" destOrd="0" presId="urn:microsoft.com/office/officeart/2005/8/layout/hierarchy1"/>
    <dgm:cxn modelId="{85A601C2-2898-7044-8DB8-63AFF2F0B328}" type="presParOf" srcId="{FA444606-6D7A-9847-9989-3D372646029F}" destId="{F0A7ECAA-5EB6-0C48-ADC6-13DBFE1E7AC4}" srcOrd="1" destOrd="0" presId="urn:microsoft.com/office/officeart/2005/8/layout/hierarchy1"/>
    <dgm:cxn modelId="{8F19C877-CADF-B442-A0C5-A52E041D3297}" type="presParOf" srcId="{64D608EA-8B21-E748-BD48-FE74D151B7BD}" destId="{7EAE72D0-EC59-5A4A-B73E-539287A96B2C}" srcOrd="1" destOrd="0" presId="urn:microsoft.com/office/officeart/2005/8/layout/hierarchy1"/>
    <dgm:cxn modelId="{2DAC92E5-AEA3-FD47-9F12-1AC9600E9D39}" type="presParOf" srcId="{D7FFE878-CBB4-9E40-8F10-BC5A118A83EE}" destId="{B0C7E17B-B9B2-0C47-BDEE-3C7F5E0F5747}" srcOrd="4" destOrd="0" presId="urn:microsoft.com/office/officeart/2005/8/layout/hierarchy1"/>
    <dgm:cxn modelId="{5326BDE7-50F9-C141-8BCB-6D0E09178506}" type="presParOf" srcId="{D7FFE878-CBB4-9E40-8F10-BC5A118A83EE}" destId="{189A1DD6-9660-0E4C-8444-41AC51318B12}" srcOrd="5" destOrd="0" presId="urn:microsoft.com/office/officeart/2005/8/layout/hierarchy1"/>
    <dgm:cxn modelId="{2ADC9BE4-13B7-284C-8922-2AC6B6F50EC5}" type="presParOf" srcId="{189A1DD6-9660-0E4C-8444-41AC51318B12}" destId="{AA3299EA-E0C6-DB41-B28B-9390E88D05DF}" srcOrd="0" destOrd="0" presId="urn:microsoft.com/office/officeart/2005/8/layout/hierarchy1"/>
    <dgm:cxn modelId="{C89D7BEA-71EB-174F-9169-CCEBAB65F249}" type="presParOf" srcId="{AA3299EA-E0C6-DB41-B28B-9390E88D05DF}" destId="{6ACFF2CF-D9A5-6545-800F-3F08F0412B75}" srcOrd="0" destOrd="0" presId="urn:microsoft.com/office/officeart/2005/8/layout/hierarchy1"/>
    <dgm:cxn modelId="{1885BE7A-7A84-3340-AE01-C98D8AA82977}" type="presParOf" srcId="{AA3299EA-E0C6-DB41-B28B-9390E88D05DF}" destId="{1F7474CA-14DC-3447-AAE6-D8BE9CED8738}" srcOrd="1" destOrd="0" presId="urn:microsoft.com/office/officeart/2005/8/layout/hierarchy1"/>
    <dgm:cxn modelId="{3AABE268-6A71-BB4C-984F-8388D711D567}" type="presParOf" srcId="{189A1DD6-9660-0E4C-8444-41AC51318B12}" destId="{7AC650A5-D7B7-6A4D-A164-4FFE1D8B9E7E}" srcOrd="1" destOrd="0" presId="urn:microsoft.com/office/officeart/2005/8/layout/hierarchy1"/>
    <dgm:cxn modelId="{413BDE8F-30C2-584B-9331-A0C2F8E11D3E}" type="presParOf" srcId="{7AC650A5-D7B7-6A4D-A164-4FFE1D8B9E7E}" destId="{7AC89779-B54A-9542-9678-D8F75A251473}" srcOrd="0" destOrd="0" presId="urn:microsoft.com/office/officeart/2005/8/layout/hierarchy1"/>
    <dgm:cxn modelId="{714A135D-AEE4-194F-BF09-9BE8F915D9BB}" type="presParOf" srcId="{7AC650A5-D7B7-6A4D-A164-4FFE1D8B9E7E}" destId="{F5148818-BA3B-B948-B969-55746B190333}" srcOrd="1" destOrd="0" presId="urn:microsoft.com/office/officeart/2005/8/layout/hierarchy1"/>
    <dgm:cxn modelId="{E2256E50-895B-F046-AC5E-F254E508F486}" type="presParOf" srcId="{F5148818-BA3B-B948-B969-55746B190333}" destId="{B95301C6-7EEC-5541-AD37-36CC20997548}" srcOrd="0" destOrd="0" presId="urn:microsoft.com/office/officeart/2005/8/layout/hierarchy1"/>
    <dgm:cxn modelId="{AC4F5F5D-11B9-374B-9A04-2483CA7170C0}" type="presParOf" srcId="{B95301C6-7EEC-5541-AD37-36CC20997548}" destId="{D27D71CF-EC17-A345-9CDF-1E9CE9F3597D}" srcOrd="0" destOrd="0" presId="urn:microsoft.com/office/officeart/2005/8/layout/hierarchy1"/>
    <dgm:cxn modelId="{26BF3D47-06B9-E744-BF53-0409269B2E51}" type="presParOf" srcId="{B95301C6-7EEC-5541-AD37-36CC20997548}" destId="{EA75016E-60F8-9D4C-9841-8E93543D0AF1}" srcOrd="1" destOrd="0" presId="urn:microsoft.com/office/officeart/2005/8/layout/hierarchy1"/>
    <dgm:cxn modelId="{F46AA33B-C687-A04A-BFE0-8B7BE17B8291}" type="presParOf" srcId="{F5148818-BA3B-B948-B969-55746B190333}" destId="{6D94BDC9-8292-C149-9CE0-B0DC0F521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/>
            <a:t>Plot 4</a:t>
          </a:r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/>
            <a:t>Plot 5</a:t>
          </a:r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208350E6-A568-F144-88FD-843814E69048}">
      <dgm:prSet/>
      <dgm:spPr/>
      <dgm:t>
        <a:bodyPr/>
        <a:lstStyle/>
        <a:p>
          <a:r>
            <a:rPr lang="en-GB" dirty="0"/>
            <a:t>Plot 6</a:t>
          </a:r>
        </a:p>
      </dgm:t>
    </dgm:pt>
    <dgm:pt modelId="{6F538BBD-7638-DE4D-AA59-6FA53D840151}" type="parTrans" cxnId="{1127A82F-C6F9-6247-82F8-149696E0B183}">
      <dgm:prSet/>
      <dgm:spPr/>
      <dgm:t>
        <a:bodyPr/>
        <a:lstStyle/>
        <a:p>
          <a:endParaRPr lang="en-GB"/>
        </a:p>
      </dgm:t>
    </dgm:pt>
    <dgm:pt modelId="{B5659038-FAEF-3E45-879F-9F4B223AEDB6}" type="sibTrans" cxnId="{1127A82F-C6F9-6247-82F8-149696E0B183}">
      <dgm:prSet/>
      <dgm:spPr/>
      <dgm:t>
        <a:bodyPr/>
        <a:lstStyle/>
        <a:p>
          <a:endParaRPr lang="en-GB"/>
        </a:p>
      </dgm:t>
    </dgm:pt>
    <dgm:pt modelId="{D58B0108-2396-CF4B-B5AA-C9D4D538B65E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1C55671-9177-C147-82C6-757E25AFF8E4}" type="parTrans" cxnId="{795199FB-F027-654D-BEF3-4BA53232BF49}">
      <dgm:prSet/>
      <dgm:spPr/>
      <dgm:t>
        <a:bodyPr/>
        <a:lstStyle/>
        <a:p>
          <a:endParaRPr lang="en-GB"/>
        </a:p>
      </dgm:t>
    </dgm:pt>
    <dgm:pt modelId="{EFF99D0F-E82F-BA45-BCB6-28071829E285}" type="sibTrans" cxnId="{795199FB-F027-654D-BEF3-4BA53232BF49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67D969BE-B0AF-4D47-B042-3307AC855BE1}" type="pres">
      <dgm:prSet presAssocID="{D9D4375C-61E3-6440-B712-871B1A5D76F9}" presName="Name10" presStyleLbl="parChTrans1D2" presStyleIdx="0" presStyleCnt="3"/>
      <dgm:spPr/>
    </dgm:pt>
    <dgm:pt modelId="{4647660B-FCF7-424B-AF0A-FF5ADC906E97}" type="pres">
      <dgm:prSet presAssocID="{FF34FDC8-1359-A14F-8174-68CF6EBE010C}" presName="hierRoot2" presStyleCnt="0"/>
      <dgm:spPr/>
    </dgm:pt>
    <dgm:pt modelId="{85E80EDF-75B4-2C44-A266-F38BB4509580}" type="pres">
      <dgm:prSet presAssocID="{FF34FDC8-1359-A14F-8174-68CF6EBE010C}" presName="composite2" presStyleCnt="0"/>
      <dgm:spPr/>
    </dgm:pt>
    <dgm:pt modelId="{D15A4FF7-61DB-C041-ACDA-34C82DE8073F}" type="pres">
      <dgm:prSet presAssocID="{FF34FDC8-1359-A14F-8174-68CF6EBE010C}" presName="background2" presStyleLbl="node2" presStyleIdx="0" presStyleCnt="3"/>
      <dgm:spPr/>
    </dgm:pt>
    <dgm:pt modelId="{CA88BE6A-E66A-5246-8B37-89D2DF3E784D}" type="pres">
      <dgm:prSet presAssocID="{FF34FDC8-1359-A14F-8174-68CF6EBE010C}" presName="text2" presStyleLbl="fgAcc2" presStyleIdx="0" presStyleCnt="3">
        <dgm:presLayoutVars>
          <dgm:chPref val="3"/>
        </dgm:presLayoutVars>
      </dgm:prSet>
      <dgm:spPr/>
    </dgm:pt>
    <dgm:pt modelId="{7E970E4E-AD10-8B43-A946-8182CC265A73}" type="pres">
      <dgm:prSet presAssocID="{FF34FDC8-1359-A14F-8174-68CF6EBE010C}" presName="hierChild3" presStyleCnt="0"/>
      <dgm:spPr/>
    </dgm:pt>
    <dgm:pt modelId="{0126C0DB-B660-B24F-91C8-C8DAE7CF1B62}" type="pres">
      <dgm:prSet presAssocID="{16E79066-4E76-D048-94E6-2F32D8D95843}" presName="Name17" presStyleLbl="parChTrans1D3" presStyleIdx="0" presStyleCnt="3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0" presStyleCnt="3"/>
      <dgm:spPr/>
    </dgm:pt>
    <dgm:pt modelId="{A4F0A31C-D3D7-C447-9C93-72FFA4911BEB}" type="pres">
      <dgm:prSet presAssocID="{43F75775-0C61-844B-B281-3EE5DDB128D0}" presName="text3" presStyleLbl="fgAcc3" presStyleIdx="0" presStyleCnt="3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3AD01770-E9EA-B043-A880-1A3D4E6C9E78}" type="pres">
      <dgm:prSet presAssocID="{E21240E5-D301-8946-B2A8-D23B9D7C84EA}" presName="Name10" presStyleLbl="parChTrans1D2" presStyleIdx="1" presStyleCnt="3"/>
      <dgm:spPr/>
    </dgm:pt>
    <dgm:pt modelId="{7A92CA9E-8274-3D40-BE8B-FFFA874EBC8D}" type="pres">
      <dgm:prSet presAssocID="{66DB8B3F-92D3-BA44-BCE3-CD6AFD270027}" presName="hierRoot2" presStyleCnt="0"/>
      <dgm:spPr/>
    </dgm:pt>
    <dgm:pt modelId="{F419B11F-1A13-914E-9F99-3D30C4D40470}" type="pres">
      <dgm:prSet presAssocID="{66DB8B3F-92D3-BA44-BCE3-CD6AFD270027}" presName="composite2" presStyleCnt="0"/>
      <dgm:spPr/>
    </dgm:pt>
    <dgm:pt modelId="{EA156820-9959-6641-8697-37CF96B1464A}" type="pres">
      <dgm:prSet presAssocID="{66DB8B3F-92D3-BA44-BCE3-CD6AFD270027}" presName="background2" presStyleLbl="node2" presStyleIdx="1" presStyleCnt="3"/>
      <dgm:spPr/>
    </dgm:pt>
    <dgm:pt modelId="{B0AF14E6-135D-744F-9FAA-30DE65B26AA1}" type="pres">
      <dgm:prSet presAssocID="{66DB8B3F-92D3-BA44-BCE3-CD6AFD270027}" presName="text2" presStyleLbl="fgAcc2" presStyleIdx="1" presStyleCnt="3">
        <dgm:presLayoutVars>
          <dgm:chPref val="3"/>
        </dgm:presLayoutVars>
      </dgm:prSet>
      <dgm:spPr/>
    </dgm:pt>
    <dgm:pt modelId="{461FE418-9887-654D-81DA-2E1C00BA3BE3}" type="pres">
      <dgm:prSet presAssocID="{66DB8B3F-92D3-BA44-BCE3-CD6AFD270027}" presName="hierChild3" presStyleCnt="0"/>
      <dgm:spPr/>
    </dgm:pt>
    <dgm:pt modelId="{E333F24D-EFAF-8643-A3CD-5CBEB609C8C5}" type="pres">
      <dgm:prSet presAssocID="{7A0B4CCA-5B33-E54B-AFC6-25C541130867}" presName="Name17" presStyleLbl="parChTrans1D3" presStyleIdx="1" presStyleCnt="3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1" presStyleCnt="3"/>
      <dgm:spPr/>
    </dgm:pt>
    <dgm:pt modelId="{F0A7ECAA-5EB6-0C48-ADC6-13DBFE1E7AC4}" type="pres">
      <dgm:prSet presAssocID="{2A0478BF-BCE6-B94C-8D7A-692B726293C8}" presName="text3" presStyleLbl="fgAcc3" presStyleIdx="1" presStyleCnt="3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A710C75E-DE0F-CE44-B917-45A24F095EE5}" type="pres">
      <dgm:prSet presAssocID="{6F538BBD-7638-DE4D-AA59-6FA53D840151}" presName="Name10" presStyleLbl="parChTrans1D2" presStyleIdx="2" presStyleCnt="3"/>
      <dgm:spPr/>
    </dgm:pt>
    <dgm:pt modelId="{D1B3E81F-9D5F-9F49-9118-B14EBF1FB745}" type="pres">
      <dgm:prSet presAssocID="{208350E6-A568-F144-88FD-843814E69048}" presName="hierRoot2" presStyleCnt="0"/>
      <dgm:spPr/>
    </dgm:pt>
    <dgm:pt modelId="{26A890F7-B7DC-214A-8FE4-804C8F2588EB}" type="pres">
      <dgm:prSet presAssocID="{208350E6-A568-F144-88FD-843814E69048}" presName="composite2" presStyleCnt="0"/>
      <dgm:spPr/>
    </dgm:pt>
    <dgm:pt modelId="{6BBF9E03-778A-C64B-B0FC-F955AAB7012B}" type="pres">
      <dgm:prSet presAssocID="{208350E6-A568-F144-88FD-843814E69048}" presName="background2" presStyleLbl="node2" presStyleIdx="2" presStyleCnt="3"/>
      <dgm:spPr/>
    </dgm:pt>
    <dgm:pt modelId="{1B0F1170-7594-0F41-8742-0EA7FA38BD4F}" type="pres">
      <dgm:prSet presAssocID="{208350E6-A568-F144-88FD-843814E69048}" presName="text2" presStyleLbl="fgAcc2" presStyleIdx="2" presStyleCnt="3">
        <dgm:presLayoutVars>
          <dgm:chPref val="3"/>
        </dgm:presLayoutVars>
      </dgm:prSet>
      <dgm:spPr/>
    </dgm:pt>
    <dgm:pt modelId="{BD78B426-F243-604F-A248-BFF4BC5EADD0}" type="pres">
      <dgm:prSet presAssocID="{208350E6-A568-F144-88FD-843814E69048}" presName="hierChild3" presStyleCnt="0"/>
      <dgm:spPr/>
    </dgm:pt>
    <dgm:pt modelId="{8C2E1A18-1E60-5A49-BB6D-4BB3696F0155}" type="pres">
      <dgm:prSet presAssocID="{E1C55671-9177-C147-82C6-757E25AFF8E4}" presName="Name17" presStyleLbl="parChTrans1D3" presStyleIdx="2" presStyleCnt="3"/>
      <dgm:spPr/>
    </dgm:pt>
    <dgm:pt modelId="{AA094344-E6B6-254F-BF75-177D8ED510C9}" type="pres">
      <dgm:prSet presAssocID="{D58B0108-2396-CF4B-B5AA-C9D4D538B65E}" presName="hierRoot3" presStyleCnt="0"/>
      <dgm:spPr/>
    </dgm:pt>
    <dgm:pt modelId="{CC0866B2-F0E8-EC4B-B88E-211C4EF33E7A}" type="pres">
      <dgm:prSet presAssocID="{D58B0108-2396-CF4B-B5AA-C9D4D538B65E}" presName="composite3" presStyleCnt="0"/>
      <dgm:spPr/>
    </dgm:pt>
    <dgm:pt modelId="{87D2986D-8100-844C-BF78-BEFAAAE74F28}" type="pres">
      <dgm:prSet presAssocID="{D58B0108-2396-CF4B-B5AA-C9D4D538B65E}" presName="background3" presStyleLbl="node3" presStyleIdx="2" presStyleCnt="3"/>
      <dgm:spPr/>
    </dgm:pt>
    <dgm:pt modelId="{AEFD8625-3663-A049-8664-1FA23E0C2F51}" type="pres">
      <dgm:prSet presAssocID="{D58B0108-2396-CF4B-B5AA-C9D4D538B65E}" presName="text3" presStyleLbl="fgAcc3" presStyleIdx="2" presStyleCnt="3">
        <dgm:presLayoutVars>
          <dgm:chPref val="3"/>
        </dgm:presLayoutVars>
      </dgm:prSet>
      <dgm:spPr/>
    </dgm:pt>
    <dgm:pt modelId="{21850D6B-5667-F147-8ECB-70CD4E6B5F88}" type="pres">
      <dgm:prSet presAssocID="{D58B0108-2396-CF4B-B5AA-C9D4D538B65E}" presName="hierChild4" presStyleCnt="0"/>
      <dgm:spPr/>
    </dgm:pt>
  </dgm:ptLst>
  <dgm:cxnLst>
    <dgm:cxn modelId="{F0BD9207-9BDD-5C4D-9FFA-8DB66D224AFD}" type="presOf" srcId="{43F75775-0C61-844B-B281-3EE5DDB128D0}" destId="{A4F0A31C-D3D7-C447-9C93-72FFA4911BEB}" srcOrd="0" destOrd="0" presId="urn:microsoft.com/office/officeart/2005/8/layout/hierarchy1"/>
    <dgm:cxn modelId="{01C60C18-959F-874F-B694-FA4B519AD848}" srcId="{FF34FDC8-1359-A14F-8174-68CF6EBE010C}" destId="{43F75775-0C61-844B-B281-3EE5DDB128D0}" srcOrd="0" destOrd="0" parTransId="{16E79066-4E76-D048-94E6-2F32D8D95843}" sibTransId="{EC984D0E-E13D-DB49-8619-0425FD8B578E}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EBE31F20-D004-1C4F-9A4D-3C7F3625CBF3}" type="presOf" srcId="{2A0478BF-BCE6-B94C-8D7A-692B726293C8}" destId="{F0A7ECAA-5EB6-0C48-ADC6-13DBFE1E7AC4}" srcOrd="0" destOrd="0" presId="urn:microsoft.com/office/officeart/2005/8/layout/hierarchy1"/>
    <dgm:cxn modelId="{99F42320-E5E1-2F4F-9AB0-A2A8BA5F739D}" type="presOf" srcId="{66DB8B3F-92D3-BA44-BCE3-CD6AFD270027}" destId="{B0AF14E6-135D-744F-9FAA-30DE65B26AA1}" srcOrd="0" destOrd="0" presId="urn:microsoft.com/office/officeart/2005/8/layout/hierarchy1"/>
    <dgm:cxn modelId="{784AE621-AA85-234C-B3D1-31D1B046C277}" type="presOf" srcId="{6F538BBD-7638-DE4D-AA59-6FA53D840151}" destId="{A710C75E-DE0F-CE44-B917-45A24F095EE5}" srcOrd="0" destOrd="0" presId="urn:microsoft.com/office/officeart/2005/8/layout/hierarchy1"/>
    <dgm:cxn modelId="{FB7EF529-B161-EA41-BD4C-B1C1781578F2}" srcId="{66DB8B3F-92D3-BA44-BCE3-CD6AFD270027}" destId="{2A0478BF-BCE6-B94C-8D7A-692B726293C8}" srcOrd="0" destOrd="0" parTransId="{7A0B4CCA-5B33-E54B-AFC6-25C541130867}" sibTransId="{B9660292-CA70-F347-989F-3B3FD71B26BA}"/>
    <dgm:cxn modelId="{E899592B-2843-A444-A01E-17C13BCB691E}" type="presOf" srcId="{7A0B4CCA-5B33-E54B-AFC6-25C541130867}" destId="{E333F24D-EFAF-8643-A3CD-5CBEB609C8C5}" srcOrd="0" destOrd="0" presId="urn:microsoft.com/office/officeart/2005/8/layout/hierarchy1"/>
    <dgm:cxn modelId="{1127A82F-C6F9-6247-82F8-149696E0B183}" srcId="{D98EA9E9-C2DE-E54A-A61C-C5719B642E7C}" destId="{208350E6-A568-F144-88FD-843814E69048}" srcOrd="2" destOrd="0" parTransId="{6F538BBD-7638-DE4D-AA59-6FA53D840151}" sibTransId="{B5659038-FAEF-3E45-879F-9F4B223AEDB6}"/>
    <dgm:cxn modelId="{002F3C34-BC85-4648-BE6C-B9A99DE6E27B}" type="presOf" srcId="{E1C55671-9177-C147-82C6-757E25AFF8E4}" destId="{8C2E1A18-1E60-5A49-BB6D-4BB3696F0155}" srcOrd="0" destOrd="0" presId="urn:microsoft.com/office/officeart/2005/8/layout/hierarchy1"/>
    <dgm:cxn modelId="{F390E15A-EC8B-CC44-A6B1-0916F35AB2DD}" srcId="{D98EA9E9-C2DE-E54A-A61C-C5719B642E7C}" destId="{FF34FDC8-1359-A14F-8174-68CF6EBE010C}" srcOrd="0" destOrd="0" parTransId="{D9D4375C-61E3-6440-B712-871B1A5D76F9}" sibTransId="{697B37B1-C4B3-9E4E-A4E2-697303AD1403}"/>
    <dgm:cxn modelId="{75E6A560-1BAE-0A48-9B89-EA98734C5B49}" type="presOf" srcId="{208350E6-A568-F144-88FD-843814E69048}" destId="{1B0F1170-7594-0F41-8742-0EA7FA38BD4F}" srcOrd="0" destOrd="0" presId="urn:microsoft.com/office/officeart/2005/8/layout/hierarchy1"/>
    <dgm:cxn modelId="{04876861-9F3D-FA43-8B5C-4FF26D3CF5C7}" type="presOf" srcId="{D58B0108-2396-CF4B-B5AA-C9D4D538B65E}" destId="{AEFD8625-3663-A049-8664-1FA23E0C2F51}" srcOrd="0" destOrd="0" presId="urn:microsoft.com/office/officeart/2005/8/layout/hierarchy1"/>
    <dgm:cxn modelId="{FEA0067F-A819-744D-998F-26D3ACD93C99}" srcId="{D98EA9E9-C2DE-E54A-A61C-C5719B642E7C}" destId="{66DB8B3F-92D3-BA44-BCE3-CD6AFD270027}" srcOrd="1" destOrd="0" parTransId="{E21240E5-D301-8946-B2A8-D23B9D7C84EA}" sibTransId="{F98DD3FF-8F92-A643-8841-3E7E35B4D38C}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F8B82AA0-E2EC-E948-AE85-200D56DDB5E9}" type="presOf" srcId="{16E79066-4E76-D048-94E6-2F32D8D95843}" destId="{0126C0DB-B660-B24F-91C8-C8DAE7CF1B62}" srcOrd="0" destOrd="0" presId="urn:microsoft.com/office/officeart/2005/8/layout/hierarchy1"/>
    <dgm:cxn modelId="{F5CFB1B6-4480-D546-A001-CDA874756916}" type="presOf" srcId="{D9D4375C-61E3-6440-B712-871B1A5D76F9}" destId="{67D969BE-B0AF-4D47-B042-3307AC855BE1}" srcOrd="0" destOrd="0" presId="urn:microsoft.com/office/officeart/2005/8/layout/hierarchy1"/>
    <dgm:cxn modelId="{E9BAC8E5-63B8-FA44-8CB9-ABDA094CB346}" type="presOf" srcId="{E21240E5-D301-8946-B2A8-D23B9D7C84EA}" destId="{3AD01770-E9EA-B043-A880-1A3D4E6C9E78}" srcOrd="0" destOrd="0" presId="urn:microsoft.com/office/officeart/2005/8/layout/hierarchy1"/>
    <dgm:cxn modelId="{F9B024E6-F80A-3444-8F22-371C034372EC}" type="presOf" srcId="{FF34FDC8-1359-A14F-8174-68CF6EBE010C}" destId="{CA88BE6A-E66A-5246-8B37-89D2DF3E784D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795199FB-F027-654D-BEF3-4BA53232BF49}" srcId="{208350E6-A568-F144-88FD-843814E69048}" destId="{D58B0108-2396-CF4B-B5AA-C9D4D538B65E}" srcOrd="0" destOrd="0" parTransId="{E1C55671-9177-C147-82C6-757E25AFF8E4}" sibTransId="{EFF99D0F-E82F-BA45-BCB6-28071829E285}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AD0BBA7F-0209-6444-97D8-A7E6E688B44D}" type="presParOf" srcId="{D7FFE878-CBB4-9E40-8F10-BC5A118A83EE}" destId="{67D969BE-B0AF-4D47-B042-3307AC855BE1}" srcOrd="0" destOrd="0" presId="urn:microsoft.com/office/officeart/2005/8/layout/hierarchy1"/>
    <dgm:cxn modelId="{7BC5AB36-3FBC-BD4C-8D66-E3F4ECAB4437}" type="presParOf" srcId="{D7FFE878-CBB4-9E40-8F10-BC5A118A83EE}" destId="{4647660B-FCF7-424B-AF0A-FF5ADC906E97}" srcOrd="1" destOrd="0" presId="urn:microsoft.com/office/officeart/2005/8/layout/hierarchy1"/>
    <dgm:cxn modelId="{CBED96A6-3851-6A4E-94F8-8BFD3313BC38}" type="presParOf" srcId="{4647660B-FCF7-424B-AF0A-FF5ADC906E97}" destId="{85E80EDF-75B4-2C44-A266-F38BB4509580}" srcOrd="0" destOrd="0" presId="urn:microsoft.com/office/officeart/2005/8/layout/hierarchy1"/>
    <dgm:cxn modelId="{AD22B609-8195-F545-8FE6-D84D415BE5B4}" type="presParOf" srcId="{85E80EDF-75B4-2C44-A266-F38BB4509580}" destId="{D15A4FF7-61DB-C041-ACDA-34C82DE8073F}" srcOrd="0" destOrd="0" presId="urn:microsoft.com/office/officeart/2005/8/layout/hierarchy1"/>
    <dgm:cxn modelId="{7969FFFE-5C1E-0249-BB62-E2986D331EFD}" type="presParOf" srcId="{85E80EDF-75B4-2C44-A266-F38BB4509580}" destId="{CA88BE6A-E66A-5246-8B37-89D2DF3E784D}" srcOrd="1" destOrd="0" presId="urn:microsoft.com/office/officeart/2005/8/layout/hierarchy1"/>
    <dgm:cxn modelId="{DCBE147A-E328-A648-948F-2CFEC9631825}" type="presParOf" srcId="{4647660B-FCF7-424B-AF0A-FF5ADC906E97}" destId="{7E970E4E-AD10-8B43-A946-8182CC265A73}" srcOrd="1" destOrd="0" presId="urn:microsoft.com/office/officeart/2005/8/layout/hierarchy1"/>
    <dgm:cxn modelId="{44AAA747-2008-D34B-801B-6048A7BB27A3}" type="presParOf" srcId="{7E970E4E-AD10-8B43-A946-8182CC265A73}" destId="{0126C0DB-B660-B24F-91C8-C8DAE7CF1B62}" srcOrd="0" destOrd="0" presId="urn:microsoft.com/office/officeart/2005/8/layout/hierarchy1"/>
    <dgm:cxn modelId="{01D69297-333C-CE45-82BF-A9494BAE0A39}" type="presParOf" srcId="{7E970E4E-AD10-8B43-A946-8182CC265A73}" destId="{6BE9F5A5-471F-8A4E-BCAC-40BA8ECD51D1}" srcOrd="1" destOrd="0" presId="urn:microsoft.com/office/officeart/2005/8/layout/hierarchy1"/>
    <dgm:cxn modelId="{62A9774C-D242-124A-96D9-04A0817B853C}" type="presParOf" srcId="{6BE9F5A5-471F-8A4E-BCAC-40BA8ECD51D1}" destId="{18BCCCAD-DB37-5941-864B-DB93D8F25C51}" srcOrd="0" destOrd="0" presId="urn:microsoft.com/office/officeart/2005/8/layout/hierarchy1"/>
    <dgm:cxn modelId="{5E0F2434-5F9D-8B4D-9384-9E94ADD65470}" type="presParOf" srcId="{18BCCCAD-DB37-5941-864B-DB93D8F25C51}" destId="{0ABF5889-C075-B64D-8835-608EA85885DD}" srcOrd="0" destOrd="0" presId="urn:microsoft.com/office/officeart/2005/8/layout/hierarchy1"/>
    <dgm:cxn modelId="{9C149971-B2EE-8148-B4D4-B18FE020DDE7}" type="presParOf" srcId="{18BCCCAD-DB37-5941-864B-DB93D8F25C51}" destId="{A4F0A31C-D3D7-C447-9C93-72FFA4911BEB}" srcOrd="1" destOrd="0" presId="urn:microsoft.com/office/officeart/2005/8/layout/hierarchy1"/>
    <dgm:cxn modelId="{B46DDEC1-6D7A-5347-B099-B99833377CDF}" type="presParOf" srcId="{6BE9F5A5-471F-8A4E-BCAC-40BA8ECD51D1}" destId="{D8F260D3-7339-444F-9C02-359EA2F2A54D}" srcOrd="1" destOrd="0" presId="urn:microsoft.com/office/officeart/2005/8/layout/hierarchy1"/>
    <dgm:cxn modelId="{2CA88E5F-1119-B142-A446-2EAAA2A5017F}" type="presParOf" srcId="{D7FFE878-CBB4-9E40-8F10-BC5A118A83EE}" destId="{3AD01770-E9EA-B043-A880-1A3D4E6C9E78}" srcOrd="2" destOrd="0" presId="urn:microsoft.com/office/officeart/2005/8/layout/hierarchy1"/>
    <dgm:cxn modelId="{CAB30BBB-4A9D-384C-9340-FC0F8E4E0BCD}" type="presParOf" srcId="{D7FFE878-CBB4-9E40-8F10-BC5A118A83EE}" destId="{7A92CA9E-8274-3D40-BE8B-FFFA874EBC8D}" srcOrd="3" destOrd="0" presId="urn:microsoft.com/office/officeart/2005/8/layout/hierarchy1"/>
    <dgm:cxn modelId="{083DD282-5B68-164E-90E3-A3188A75BC1A}" type="presParOf" srcId="{7A92CA9E-8274-3D40-BE8B-FFFA874EBC8D}" destId="{F419B11F-1A13-914E-9F99-3D30C4D40470}" srcOrd="0" destOrd="0" presId="urn:microsoft.com/office/officeart/2005/8/layout/hierarchy1"/>
    <dgm:cxn modelId="{97A2F6BE-3105-E540-B80D-3D0DA69489F8}" type="presParOf" srcId="{F419B11F-1A13-914E-9F99-3D30C4D40470}" destId="{EA156820-9959-6641-8697-37CF96B1464A}" srcOrd="0" destOrd="0" presId="urn:microsoft.com/office/officeart/2005/8/layout/hierarchy1"/>
    <dgm:cxn modelId="{34FCEDCD-6920-154A-945D-9BA38C7D71EF}" type="presParOf" srcId="{F419B11F-1A13-914E-9F99-3D30C4D40470}" destId="{B0AF14E6-135D-744F-9FAA-30DE65B26AA1}" srcOrd="1" destOrd="0" presId="urn:microsoft.com/office/officeart/2005/8/layout/hierarchy1"/>
    <dgm:cxn modelId="{906123D9-6F05-B146-902B-28C870DE88A2}" type="presParOf" srcId="{7A92CA9E-8274-3D40-BE8B-FFFA874EBC8D}" destId="{461FE418-9887-654D-81DA-2E1C00BA3BE3}" srcOrd="1" destOrd="0" presId="urn:microsoft.com/office/officeart/2005/8/layout/hierarchy1"/>
    <dgm:cxn modelId="{3CC1C403-39E1-4A44-B5E7-4BB1A7A53C77}" type="presParOf" srcId="{461FE418-9887-654D-81DA-2E1C00BA3BE3}" destId="{E333F24D-EFAF-8643-A3CD-5CBEB609C8C5}" srcOrd="0" destOrd="0" presId="urn:microsoft.com/office/officeart/2005/8/layout/hierarchy1"/>
    <dgm:cxn modelId="{44A453B3-E7CB-1141-9568-E7279AEF3CD8}" type="presParOf" srcId="{461FE418-9887-654D-81DA-2E1C00BA3BE3}" destId="{64D608EA-8B21-E748-BD48-FE74D151B7BD}" srcOrd="1" destOrd="0" presId="urn:microsoft.com/office/officeart/2005/8/layout/hierarchy1"/>
    <dgm:cxn modelId="{5ECDE86B-B09D-E841-8D47-08492B06824F}" type="presParOf" srcId="{64D608EA-8B21-E748-BD48-FE74D151B7BD}" destId="{FA444606-6D7A-9847-9989-3D372646029F}" srcOrd="0" destOrd="0" presId="urn:microsoft.com/office/officeart/2005/8/layout/hierarchy1"/>
    <dgm:cxn modelId="{9D787C89-904C-2A4B-AC4D-04D0D2B3B4EA}" type="presParOf" srcId="{FA444606-6D7A-9847-9989-3D372646029F}" destId="{89730978-1707-6F44-8618-CE82EAAA229A}" srcOrd="0" destOrd="0" presId="urn:microsoft.com/office/officeart/2005/8/layout/hierarchy1"/>
    <dgm:cxn modelId="{30DA9F0C-C459-6E4F-BCEE-657221F75248}" type="presParOf" srcId="{FA444606-6D7A-9847-9989-3D372646029F}" destId="{F0A7ECAA-5EB6-0C48-ADC6-13DBFE1E7AC4}" srcOrd="1" destOrd="0" presId="urn:microsoft.com/office/officeart/2005/8/layout/hierarchy1"/>
    <dgm:cxn modelId="{D81B136B-2EE0-2D4D-82C1-0C96E474531E}" type="presParOf" srcId="{64D608EA-8B21-E748-BD48-FE74D151B7BD}" destId="{7EAE72D0-EC59-5A4A-B73E-539287A96B2C}" srcOrd="1" destOrd="0" presId="urn:microsoft.com/office/officeart/2005/8/layout/hierarchy1"/>
    <dgm:cxn modelId="{97949DDA-1E95-5141-A1A5-23D40C5CAE51}" type="presParOf" srcId="{D7FFE878-CBB4-9E40-8F10-BC5A118A83EE}" destId="{A710C75E-DE0F-CE44-B917-45A24F095EE5}" srcOrd="4" destOrd="0" presId="urn:microsoft.com/office/officeart/2005/8/layout/hierarchy1"/>
    <dgm:cxn modelId="{4C6D896F-61A2-F643-A43F-1976DEBE4AC7}" type="presParOf" srcId="{D7FFE878-CBB4-9E40-8F10-BC5A118A83EE}" destId="{D1B3E81F-9D5F-9F49-9118-B14EBF1FB745}" srcOrd="5" destOrd="0" presId="urn:microsoft.com/office/officeart/2005/8/layout/hierarchy1"/>
    <dgm:cxn modelId="{E01F95FB-4CAC-774C-8455-49161C92521E}" type="presParOf" srcId="{D1B3E81F-9D5F-9F49-9118-B14EBF1FB745}" destId="{26A890F7-B7DC-214A-8FE4-804C8F2588EB}" srcOrd="0" destOrd="0" presId="urn:microsoft.com/office/officeart/2005/8/layout/hierarchy1"/>
    <dgm:cxn modelId="{E3E35A59-5AB5-504A-99F3-CFA178451BA3}" type="presParOf" srcId="{26A890F7-B7DC-214A-8FE4-804C8F2588EB}" destId="{6BBF9E03-778A-C64B-B0FC-F955AAB7012B}" srcOrd="0" destOrd="0" presId="urn:microsoft.com/office/officeart/2005/8/layout/hierarchy1"/>
    <dgm:cxn modelId="{44AB5ADC-A5D9-484F-B820-A36F83FF6A0C}" type="presParOf" srcId="{26A890F7-B7DC-214A-8FE4-804C8F2588EB}" destId="{1B0F1170-7594-0F41-8742-0EA7FA38BD4F}" srcOrd="1" destOrd="0" presId="urn:microsoft.com/office/officeart/2005/8/layout/hierarchy1"/>
    <dgm:cxn modelId="{C0E13A1F-F194-3646-8EDC-0B6A1ADEFB83}" type="presParOf" srcId="{D1B3E81F-9D5F-9F49-9118-B14EBF1FB745}" destId="{BD78B426-F243-604F-A248-BFF4BC5EADD0}" srcOrd="1" destOrd="0" presId="urn:microsoft.com/office/officeart/2005/8/layout/hierarchy1"/>
    <dgm:cxn modelId="{77DD533D-EDAD-124F-AC23-6F6F43939CB2}" type="presParOf" srcId="{BD78B426-F243-604F-A248-BFF4BC5EADD0}" destId="{8C2E1A18-1E60-5A49-BB6D-4BB3696F0155}" srcOrd="0" destOrd="0" presId="urn:microsoft.com/office/officeart/2005/8/layout/hierarchy1"/>
    <dgm:cxn modelId="{FF417CCA-81B3-E14F-A343-1E8CBC37530E}" type="presParOf" srcId="{BD78B426-F243-604F-A248-BFF4BC5EADD0}" destId="{AA094344-E6B6-254F-BF75-177D8ED510C9}" srcOrd="1" destOrd="0" presId="urn:microsoft.com/office/officeart/2005/8/layout/hierarchy1"/>
    <dgm:cxn modelId="{C92022E8-87B9-8843-AF49-E7285CCD7F62}" type="presParOf" srcId="{AA094344-E6B6-254F-BF75-177D8ED510C9}" destId="{CC0866B2-F0E8-EC4B-B88E-211C4EF33E7A}" srcOrd="0" destOrd="0" presId="urn:microsoft.com/office/officeart/2005/8/layout/hierarchy1"/>
    <dgm:cxn modelId="{176B49B1-0074-C14D-853B-4DEA8D47C68E}" type="presParOf" srcId="{CC0866B2-F0E8-EC4B-B88E-211C4EF33E7A}" destId="{87D2986D-8100-844C-BF78-BEFAAAE74F28}" srcOrd="0" destOrd="0" presId="urn:microsoft.com/office/officeart/2005/8/layout/hierarchy1"/>
    <dgm:cxn modelId="{89F1E148-62B8-EF4A-9060-7B9AE7524876}" type="presParOf" srcId="{CC0866B2-F0E8-EC4B-B88E-211C4EF33E7A}" destId="{AEFD8625-3663-A049-8664-1FA23E0C2F51}" srcOrd="1" destOrd="0" presId="urn:microsoft.com/office/officeart/2005/8/layout/hierarchy1"/>
    <dgm:cxn modelId="{0BD55FAB-16F3-DE4D-93E0-88AE5764E619}" type="presParOf" srcId="{AA094344-E6B6-254F-BF75-177D8ED510C9}" destId="{21850D6B-5667-F147-8ECB-70CD4E6B5F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7D000F55-89B4-5B4F-BEEE-7B4109D9F4C1}">
      <dgm:prSet phldrT="[Text]"/>
      <dgm:spPr/>
      <dgm:t>
        <a:bodyPr/>
        <a:lstStyle/>
        <a:p>
          <a:r>
            <a:rPr lang="en-GB" dirty="0"/>
            <a:t>Plot1</a:t>
          </a:r>
        </a:p>
      </dgm:t>
    </dgm:pt>
    <dgm:pt modelId="{D73ABED4-08C0-D046-B3DC-817152779010}" type="parTrans" cxnId="{2180A1B3-3253-FB45-9DBE-F1BD4ADF8FFB}">
      <dgm:prSet/>
      <dgm:spPr/>
      <dgm:t>
        <a:bodyPr/>
        <a:lstStyle/>
        <a:p>
          <a:endParaRPr lang="en-GB"/>
        </a:p>
      </dgm:t>
    </dgm:pt>
    <dgm:pt modelId="{449B851E-573E-8442-8A53-2A50C208BFF9}" type="sibTrans" cxnId="{2180A1B3-3253-FB45-9DBE-F1BD4ADF8FFB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E69D6E49-09CA-204F-A0F3-136F80A4FDA3}">
      <dgm:prSet phldrT="[Text]"/>
      <dgm:spPr/>
      <dgm:t>
        <a:bodyPr/>
        <a:lstStyle/>
        <a:p>
          <a:r>
            <a:rPr lang="en-GB" dirty="0"/>
            <a:t>Plot 2</a:t>
          </a:r>
        </a:p>
      </dgm:t>
    </dgm:pt>
    <dgm:pt modelId="{B6E13E31-A71D-864E-996A-E574629F705E}" type="parTrans" cxnId="{D160EDCF-9030-BC49-9847-1327039D79BB}">
      <dgm:prSet/>
      <dgm:spPr/>
      <dgm:t>
        <a:bodyPr/>
        <a:lstStyle/>
        <a:p>
          <a:endParaRPr lang="en-GB"/>
        </a:p>
      </dgm:t>
    </dgm:pt>
    <dgm:pt modelId="{33DACE6A-48F4-D747-AF30-23143B525182}" type="sibTrans" cxnId="{D160EDCF-9030-BC49-9847-1327039D79BB}">
      <dgm:prSet/>
      <dgm:spPr/>
      <dgm:t>
        <a:bodyPr/>
        <a:lstStyle/>
        <a:p>
          <a:endParaRPr lang="en-GB"/>
        </a:p>
      </dgm:t>
    </dgm:pt>
    <dgm:pt modelId="{330BD10E-CBAD-C04E-B35B-8C0FCA2B37D4}">
      <dgm:prSet/>
      <dgm:spPr/>
      <dgm:t>
        <a:bodyPr/>
        <a:lstStyle/>
        <a:p>
          <a:r>
            <a:rPr lang="en-GB" dirty="0"/>
            <a:t>Plot 3</a:t>
          </a:r>
        </a:p>
      </dgm:t>
    </dgm:pt>
    <dgm:pt modelId="{84CE6675-7ADF-3D42-A126-4E626BFE859B}" type="parTrans" cxnId="{00EA4994-F013-D141-B877-F334DA5A3014}">
      <dgm:prSet/>
      <dgm:spPr/>
      <dgm:t>
        <a:bodyPr/>
        <a:lstStyle/>
        <a:p>
          <a:endParaRPr lang="en-GB"/>
        </a:p>
      </dgm:t>
    </dgm:pt>
    <dgm:pt modelId="{D2608B55-8D18-FC43-8D9E-FC087B92E654}" type="sibTrans" cxnId="{00EA4994-F013-D141-B877-F334DA5A3014}">
      <dgm:prSet/>
      <dgm:spPr/>
      <dgm:t>
        <a:bodyPr/>
        <a:lstStyle/>
        <a:p>
          <a:endParaRPr lang="en-GB"/>
        </a:p>
      </dgm:t>
    </dgm:pt>
    <dgm:pt modelId="{9332CF4A-24F2-BE4E-B439-90066358646B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673C5670-55BE-5549-A371-3AACE1553FDE}" type="parTrans" cxnId="{47C5681F-6CBA-7A45-ABC2-7B0A5CABE2EC}">
      <dgm:prSet/>
      <dgm:spPr/>
      <dgm:t>
        <a:bodyPr/>
        <a:lstStyle/>
        <a:p>
          <a:endParaRPr lang="en-GB"/>
        </a:p>
      </dgm:t>
    </dgm:pt>
    <dgm:pt modelId="{52700B79-9E9A-D24A-B333-F584F3D597F3}" type="sibTrans" cxnId="{47C5681F-6CBA-7A45-ABC2-7B0A5CABE2EC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9EB76B8B-4E65-AF44-A23F-AE12CABCA03C}" type="pres">
      <dgm:prSet presAssocID="{D73ABED4-08C0-D046-B3DC-817152779010}" presName="Name10" presStyleLbl="parChTrans1D2" presStyleIdx="0" presStyleCnt="3"/>
      <dgm:spPr/>
    </dgm:pt>
    <dgm:pt modelId="{1E096E1C-F684-8442-BAC7-D44A374845EC}" type="pres">
      <dgm:prSet presAssocID="{7D000F55-89B4-5B4F-BEEE-7B4109D9F4C1}" presName="hierRoot2" presStyleCnt="0"/>
      <dgm:spPr/>
    </dgm:pt>
    <dgm:pt modelId="{99120076-A97E-BB4F-A6FB-06A24EC44F56}" type="pres">
      <dgm:prSet presAssocID="{7D000F55-89B4-5B4F-BEEE-7B4109D9F4C1}" presName="composite2" presStyleCnt="0"/>
      <dgm:spPr/>
    </dgm:pt>
    <dgm:pt modelId="{97F27D3C-C2B1-E84F-9C0F-B21CA3E33DFB}" type="pres">
      <dgm:prSet presAssocID="{7D000F55-89B4-5B4F-BEEE-7B4109D9F4C1}" presName="background2" presStyleLbl="node2" presStyleIdx="0" presStyleCnt="3"/>
      <dgm:spPr/>
    </dgm:pt>
    <dgm:pt modelId="{061B7240-9C42-E647-8B6D-BF5A712AA335}" type="pres">
      <dgm:prSet presAssocID="{7D000F55-89B4-5B4F-BEEE-7B4109D9F4C1}" presName="text2" presStyleLbl="fgAcc2" presStyleIdx="0" presStyleCnt="3">
        <dgm:presLayoutVars>
          <dgm:chPref val="3"/>
        </dgm:presLayoutVars>
      </dgm:prSet>
      <dgm:spPr/>
    </dgm:pt>
    <dgm:pt modelId="{E539AA6D-C1F4-B344-ABFE-D175C268FAD5}" type="pres">
      <dgm:prSet presAssocID="{7D000F55-89B4-5B4F-BEEE-7B4109D9F4C1}" presName="hierChild3" presStyleCnt="0"/>
      <dgm:spPr/>
    </dgm:pt>
    <dgm:pt modelId="{1B65B4AB-2F61-9D48-A29E-C0875E946BF1}" type="pres">
      <dgm:prSet presAssocID="{D9D4375C-61E3-6440-B712-871B1A5D76F9}" presName="Name17" presStyleLbl="parChTrans1D3" presStyleIdx="0" presStyleCnt="5"/>
      <dgm:spPr/>
    </dgm:pt>
    <dgm:pt modelId="{5D20E1D8-95E0-B545-9735-28334724FDE3}" type="pres">
      <dgm:prSet presAssocID="{FF34FDC8-1359-A14F-8174-68CF6EBE010C}" presName="hierRoot3" presStyleCnt="0"/>
      <dgm:spPr/>
    </dgm:pt>
    <dgm:pt modelId="{168D9EF5-F0EB-B14C-B91E-D1E7EF0B3FBB}" type="pres">
      <dgm:prSet presAssocID="{FF34FDC8-1359-A14F-8174-68CF6EBE010C}" presName="composite3" presStyleCnt="0"/>
      <dgm:spPr/>
    </dgm:pt>
    <dgm:pt modelId="{A654C64B-F590-2E4D-9620-DCB04A5A63D0}" type="pres">
      <dgm:prSet presAssocID="{FF34FDC8-1359-A14F-8174-68CF6EBE010C}" presName="background3" presStyleLbl="node3" presStyleIdx="0" presStyleCnt="5"/>
      <dgm:spPr/>
    </dgm:pt>
    <dgm:pt modelId="{8165CB74-37EA-1E4D-8C4C-C7EB91162601}" type="pres">
      <dgm:prSet presAssocID="{FF34FDC8-1359-A14F-8174-68CF6EBE010C}" presName="text3" presStyleLbl="fgAcc3" presStyleIdx="0" presStyleCnt="5">
        <dgm:presLayoutVars>
          <dgm:chPref val="3"/>
        </dgm:presLayoutVars>
      </dgm:prSet>
      <dgm:spPr/>
    </dgm:pt>
    <dgm:pt modelId="{1AE34948-6A17-F74F-89DB-47042EFD05E7}" type="pres">
      <dgm:prSet presAssocID="{FF34FDC8-1359-A14F-8174-68CF6EBE010C}" presName="hierChild4" presStyleCnt="0"/>
      <dgm:spPr/>
    </dgm:pt>
    <dgm:pt modelId="{0126C0DB-B660-B24F-91C8-C8DAE7CF1B62}" type="pres">
      <dgm:prSet presAssocID="{16E79066-4E76-D048-94E6-2F32D8D95843}" presName="Name17" presStyleLbl="parChTrans1D3" presStyleIdx="1" presStyleCnt="5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1" presStyleCnt="5"/>
      <dgm:spPr/>
    </dgm:pt>
    <dgm:pt modelId="{A4F0A31C-D3D7-C447-9C93-72FFA4911BEB}" type="pres">
      <dgm:prSet presAssocID="{43F75775-0C61-844B-B281-3EE5DDB128D0}" presName="text3" presStyleLbl="fgAcc3" presStyleIdx="1" presStyleCnt="5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AC484524-2FDE-D143-878E-977943084DE9}" type="pres">
      <dgm:prSet presAssocID="{B6E13E31-A71D-864E-996A-E574629F705E}" presName="Name10" presStyleLbl="parChTrans1D2" presStyleIdx="1" presStyleCnt="3"/>
      <dgm:spPr/>
    </dgm:pt>
    <dgm:pt modelId="{39F0EBC7-BD4F-A547-91A7-40800DF80D3F}" type="pres">
      <dgm:prSet presAssocID="{E69D6E49-09CA-204F-A0F3-136F80A4FDA3}" presName="hierRoot2" presStyleCnt="0"/>
      <dgm:spPr/>
    </dgm:pt>
    <dgm:pt modelId="{D8DE85F7-A328-6C45-A1E0-A74697ADE0A8}" type="pres">
      <dgm:prSet presAssocID="{E69D6E49-09CA-204F-A0F3-136F80A4FDA3}" presName="composite2" presStyleCnt="0"/>
      <dgm:spPr/>
    </dgm:pt>
    <dgm:pt modelId="{2EB31786-3247-2347-81F7-621C680A0AE4}" type="pres">
      <dgm:prSet presAssocID="{E69D6E49-09CA-204F-A0F3-136F80A4FDA3}" presName="background2" presStyleLbl="node2" presStyleIdx="1" presStyleCnt="3"/>
      <dgm:spPr/>
    </dgm:pt>
    <dgm:pt modelId="{C67387A3-B822-894B-82E1-E48AEDA4E399}" type="pres">
      <dgm:prSet presAssocID="{E69D6E49-09CA-204F-A0F3-136F80A4FDA3}" presName="text2" presStyleLbl="fgAcc2" presStyleIdx="1" presStyleCnt="3">
        <dgm:presLayoutVars>
          <dgm:chPref val="3"/>
        </dgm:presLayoutVars>
      </dgm:prSet>
      <dgm:spPr/>
    </dgm:pt>
    <dgm:pt modelId="{8F929B28-BEA1-D04A-9EC8-F811B49F1F6B}" type="pres">
      <dgm:prSet presAssocID="{E69D6E49-09CA-204F-A0F3-136F80A4FDA3}" presName="hierChild3" presStyleCnt="0"/>
      <dgm:spPr/>
    </dgm:pt>
    <dgm:pt modelId="{CC0491CF-F086-4945-88CB-4107F7357C00}" type="pres">
      <dgm:prSet presAssocID="{E21240E5-D301-8946-B2A8-D23B9D7C84EA}" presName="Name17" presStyleLbl="parChTrans1D3" presStyleIdx="2" presStyleCnt="5"/>
      <dgm:spPr/>
    </dgm:pt>
    <dgm:pt modelId="{DC73C987-FEC0-4A4F-BDD2-FABE52D2299D}" type="pres">
      <dgm:prSet presAssocID="{66DB8B3F-92D3-BA44-BCE3-CD6AFD270027}" presName="hierRoot3" presStyleCnt="0"/>
      <dgm:spPr/>
    </dgm:pt>
    <dgm:pt modelId="{77C86DF0-A9CA-0A46-A618-FBCCC2CADAB1}" type="pres">
      <dgm:prSet presAssocID="{66DB8B3F-92D3-BA44-BCE3-CD6AFD270027}" presName="composite3" presStyleCnt="0"/>
      <dgm:spPr/>
    </dgm:pt>
    <dgm:pt modelId="{90A233D3-663C-DE4D-B1A9-DBBC8097A5C8}" type="pres">
      <dgm:prSet presAssocID="{66DB8B3F-92D3-BA44-BCE3-CD6AFD270027}" presName="background3" presStyleLbl="node3" presStyleIdx="2" presStyleCnt="5"/>
      <dgm:spPr/>
    </dgm:pt>
    <dgm:pt modelId="{2CC5E522-F17C-E848-9B1E-74CDCD1522AA}" type="pres">
      <dgm:prSet presAssocID="{66DB8B3F-92D3-BA44-BCE3-CD6AFD270027}" presName="text3" presStyleLbl="fgAcc3" presStyleIdx="2" presStyleCnt="5">
        <dgm:presLayoutVars>
          <dgm:chPref val="3"/>
        </dgm:presLayoutVars>
      </dgm:prSet>
      <dgm:spPr/>
    </dgm:pt>
    <dgm:pt modelId="{91BF342F-EAF7-3948-B1E5-D3037872D1A6}" type="pres">
      <dgm:prSet presAssocID="{66DB8B3F-92D3-BA44-BCE3-CD6AFD270027}" presName="hierChild4" presStyleCnt="0"/>
      <dgm:spPr/>
    </dgm:pt>
    <dgm:pt modelId="{E333F24D-EFAF-8643-A3CD-5CBEB609C8C5}" type="pres">
      <dgm:prSet presAssocID="{7A0B4CCA-5B33-E54B-AFC6-25C541130867}" presName="Name17" presStyleLbl="parChTrans1D3" presStyleIdx="3" presStyleCnt="5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3" presStyleCnt="5"/>
      <dgm:spPr/>
    </dgm:pt>
    <dgm:pt modelId="{F0A7ECAA-5EB6-0C48-ADC6-13DBFE1E7AC4}" type="pres">
      <dgm:prSet presAssocID="{2A0478BF-BCE6-B94C-8D7A-692B726293C8}" presName="text3" presStyleLbl="fgAcc3" presStyleIdx="3" presStyleCnt="5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B0C7E17B-B9B2-0C47-BDEE-3C7F5E0F5747}" type="pres">
      <dgm:prSet presAssocID="{84CE6675-7ADF-3D42-A126-4E626BFE859B}" presName="Name10" presStyleLbl="parChTrans1D2" presStyleIdx="2" presStyleCnt="3"/>
      <dgm:spPr/>
    </dgm:pt>
    <dgm:pt modelId="{189A1DD6-9660-0E4C-8444-41AC51318B12}" type="pres">
      <dgm:prSet presAssocID="{330BD10E-CBAD-C04E-B35B-8C0FCA2B37D4}" presName="hierRoot2" presStyleCnt="0"/>
      <dgm:spPr/>
    </dgm:pt>
    <dgm:pt modelId="{AA3299EA-E0C6-DB41-B28B-9390E88D05DF}" type="pres">
      <dgm:prSet presAssocID="{330BD10E-CBAD-C04E-B35B-8C0FCA2B37D4}" presName="composite2" presStyleCnt="0"/>
      <dgm:spPr/>
    </dgm:pt>
    <dgm:pt modelId="{6ACFF2CF-D9A5-6545-800F-3F08F0412B75}" type="pres">
      <dgm:prSet presAssocID="{330BD10E-CBAD-C04E-B35B-8C0FCA2B37D4}" presName="background2" presStyleLbl="node2" presStyleIdx="2" presStyleCnt="3"/>
      <dgm:spPr/>
    </dgm:pt>
    <dgm:pt modelId="{1F7474CA-14DC-3447-AAE6-D8BE9CED8738}" type="pres">
      <dgm:prSet presAssocID="{330BD10E-CBAD-C04E-B35B-8C0FCA2B37D4}" presName="text2" presStyleLbl="fgAcc2" presStyleIdx="2" presStyleCnt="3">
        <dgm:presLayoutVars>
          <dgm:chPref val="3"/>
        </dgm:presLayoutVars>
      </dgm:prSet>
      <dgm:spPr/>
    </dgm:pt>
    <dgm:pt modelId="{7AC650A5-D7B7-6A4D-A164-4FFE1D8B9E7E}" type="pres">
      <dgm:prSet presAssocID="{330BD10E-CBAD-C04E-B35B-8C0FCA2B37D4}" presName="hierChild3" presStyleCnt="0"/>
      <dgm:spPr/>
    </dgm:pt>
    <dgm:pt modelId="{7AC89779-B54A-9542-9678-D8F75A251473}" type="pres">
      <dgm:prSet presAssocID="{673C5670-55BE-5549-A371-3AACE1553FDE}" presName="Name17" presStyleLbl="parChTrans1D3" presStyleIdx="4" presStyleCnt="5"/>
      <dgm:spPr/>
    </dgm:pt>
    <dgm:pt modelId="{F5148818-BA3B-B948-B969-55746B190333}" type="pres">
      <dgm:prSet presAssocID="{9332CF4A-24F2-BE4E-B439-90066358646B}" presName="hierRoot3" presStyleCnt="0"/>
      <dgm:spPr/>
    </dgm:pt>
    <dgm:pt modelId="{B95301C6-7EEC-5541-AD37-36CC20997548}" type="pres">
      <dgm:prSet presAssocID="{9332CF4A-24F2-BE4E-B439-90066358646B}" presName="composite3" presStyleCnt="0"/>
      <dgm:spPr/>
    </dgm:pt>
    <dgm:pt modelId="{D27D71CF-EC17-A345-9CDF-1E9CE9F3597D}" type="pres">
      <dgm:prSet presAssocID="{9332CF4A-24F2-BE4E-B439-90066358646B}" presName="background3" presStyleLbl="node3" presStyleIdx="4" presStyleCnt="5"/>
      <dgm:spPr/>
    </dgm:pt>
    <dgm:pt modelId="{EA75016E-60F8-9D4C-9841-8E93543D0AF1}" type="pres">
      <dgm:prSet presAssocID="{9332CF4A-24F2-BE4E-B439-90066358646B}" presName="text3" presStyleLbl="fgAcc3" presStyleIdx="4" presStyleCnt="5">
        <dgm:presLayoutVars>
          <dgm:chPref val="3"/>
        </dgm:presLayoutVars>
      </dgm:prSet>
      <dgm:spPr/>
    </dgm:pt>
    <dgm:pt modelId="{6D94BDC9-8292-C149-9CE0-B0DC0F521713}" type="pres">
      <dgm:prSet presAssocID="{9332CF4A-24F2-BE4E-B439-90066358646B}" presName="hierChild4" presStyleCnt="0"/>
      <dgm:spPr/>
    </dgm:pt>
  </dgm:ptLst>
  <dgm:cxnLst>
    <dgm:cxn modelId="{B06BCC00-0E87-6C49-8C7C-0125D00117E3}" type="presOf" srcId="{84CE6675-7ADF-3D42-A126-4E626BFE859B}" destId="{B0C7E17B-B9B2-0C47-BDEE-3C7F5E0F5747}" srcOrd="0" destOrd="0" presId="urn:microsoft.com/office/officeart/2005/8/layout/hierarchy1"/>
    <dgm:cxn modelId="{57864906-6CDA-7449-B699-72175AEFF123}" type="presOf" srcId="{D73ABED4-08C0-D046-B3DC-817152779010}" destId="{9EB76B8B-4E65-AF44-A23F-AE12CABCA03C}" srcOrd="0" destOrd="0" presId="urn:microsoft.com/office/officeart/2005/8/layout/hierarchy1"/>
    <dgm:cxn modelId="{01C60C18-959F-874F-B694-FA4B519AD848}" srcId="{7D000F55-89B4-5B4F-BEEE-7B4109D9F4C1}" destId="{43F75775-0C61-844B-B281-3EE5DDB128D0}" srcOrd="1" destOrd="0" parTransId="{16E79066-4E76-D048-94E6-2F32D8D95843}" sibTransId="{EC984D0E-E13D-DB49-8619-0425FD8B578E}"/>
    <dgm:cxn modelId="{AD5F1419-C03F-0B49-B58E-30D62BBCA41A}" type="presOf" srcId="{E69D6E49-09CA-204F-A0F3-136F80A4FDA3}" destId="{C67387A3-B822-894B-82E1-E48AEDA4E399}" srcOrd="0" destOrd="0" presId="urn:microsoft.com/office/officeart/2005/8/layout/hierarchy1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47C5681F-6CBA-7A45-ABC2-7B0A5CABE2EC}" srcId="{330BD10E-CBAD-C04E-B35B-8C0FCA2B37D4}" destId="{9332CF4A-24F2-BE4E-B439-90066358646B}" srcOrd="0" destOrd="0" parTransId="{673C5670-55BE-5549-A371-3AACE1553FDE}" sibTransId="{52700B79-9E9A-D24A-B333-F584F3D597F3}"/>
    <dgm:cxn modelId="{6F028B23-9008-314A-8078-E896026D8555}" type="presOf" srcId="{16E79066-4E76-D048-94E6-2F32D8D95843}" destId="{0126C0DB-B660-B24F-91C8-C8DAE7CF1B62}" srcOrd="0" destOrd="0" presId="urn:microsoft.com/office/officeart/2005/8/layout/hierarchy1"/>
    <dgm:cxn modelId="{FB7EF529-B161-EA41-BD4C-B1C1781578F2}" srcId="{E69D6E49-09CA-204F-A0F3-136F80A4FDA3}" destId="{2A0478BF-BCE6-B94C-8D7A-692B726293C8}" srcOrd="1" destOrd="0" parTransId="{7A0B4CCA-5B33-E54B-AFC6-25C541130867}" sibTransId="{B9660292-CA70-F347-989F-3B3FD71B26BA}"/>
    <dgm:cxn modelId="{B7C9D344-3888-5643-9C51-C0D411A58E91}" type="presOf" srcId="{E21240E5-D301-8946-B2A8-D23B9D7C84EA}" destId="{CC0491CF-F086-4945-88CB-4107F7357C00}" srcOrd="0" destOrd="0" presId="urn:microsoft.com/office/officeart/2005/8/layout/hierarchy1"/>
    <dgm:cxn modelId="{7E4F7F53-072B-8748-BF27-92ED7F5ED58E}" type="presOf" srcId="{D9D4375C-61E3-6440-B712-871B1A5D76F9}" destId="{1B65B4AB-2F61-9D48-A29E-C0875E946BF1}" srcOrd="0" destOrd="0" presId="urn:microsoft.com/office/officeart/2005/8/layout/hierarchy1"/>
    <dgm:cxn modelId="{F390E15A-EC8B-CC44-A6B1-0916F35AB2DD}" srcId="{7D000F55-89B4-5B4F-BEEE-7B4109D9F4C1}" destId="{FF34FDC8-1359-A14F-8174-68CF6EBE010C}" srcOrd="0" destOrd="0" parTransId="{D9D4375C-61E3-6440-B712-871B1A5D76F9}" sibTransId="{697B37B1-C4B3-9E4E-A4E2-697303AD1403}"/>
    <dgm:cxn modelId="{FEA0067F-A819-744D-998F-26D3ACD93C99}" srcId="{E69D6E49-09CA-204F-A0F3-136F80A4FDA3}" destId="{66DB8B3F-92D3-BA44-BCE3-CD6AFD270027}" srcOrd="0" destOrd="0" parTransId="{E21240E5-D301-8946-B2A8-D23B9D7C84EA}" sibTransId="{F98DD3FF-8F92-A643-8841-3E7E35B4D38C}"/>
    <dgm:cxn modelId="{B6DD397F-9742-9648-999D-720FBA66F4B8}" type="presOf" srcId="{B6E13E31-A71D-864E-996A-E574629F705E}" destId="{AC484524-2FDE-D143-878E-977943084DE9}" srcOrd="0" destOrd="0" presId="urn:microsoft.com/office/officeart/2005/8/layout/hierarchy1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C852AC8E-A08B-F840-B03C-A2F6318582A2}" type="presOf" srcId="{330BD10E-CBAD-C04E-B35B-8C0FCA2B37D4}" destId="{1F7474CA-14DC-3447-AAE6-D8BE9CED8738}" srcOrd="0" destOrd="0" presId="urn:microsoft.com/office/officeart/2005/8/layout/hierarchy1"/>
    <dgm:cxn modelId="{00EA4994-F013-D141-B877-F334DA5A3014}" srcId="{D98EA9E9-C2DE-E54A-A61C-C5719B642E7C}" destId="{330BD10E-CBAD-C04E-B35B-8C0FCA2B37D4}" srcOrd="2" destOrd="0" parTransId="{84CE6675-7ADF-3D42-A126-4E626BFE859B}" sibTransId="{D2608B55-8D18-FC43-8D9E-FC087B92E654}"/>
    <dgm:cxn modelId="{CC756C98-3C3E-7845-AE10-8A08C7877121}" type="presOf" srcId="{2A0478BF-BCE6-B94C-8D7A-692B726293C8}" destId="{F0A7ECAA-5EB6-0C48-ADC6-13DBFE1E7AC4}" srcOrd="0" destOrd="0" presId="urn:microsoft.com/office/officeart/2005/8/layout/hierarchy1"/>
    <dgm:cxn modelId="{1794859E-1840-A443-84FC-4191D3B80B63}" type="presOf" srcId="{9332CF4A-24F2-BE4E-B439-90066358646B}" destId="{EA75016E-60F8-9D4C-9841-8E93543D0AF1}" srcOrd="0" destOrd="0" presId="urn:microsoft.com/office/officeart/2005/8/layout/hierarchy1"/>
    <dgm:cxn modelId="{A2C48BAC-838A-E94A-9AD2-8E33E97F791F}" type="presOf" srcId="{FF34FDC8-1359-A14F-8174-68CF6EBE010C}" destId="{8165CB74-37EA-1E4D-8C4C-C7EB91162601}" srcOrd="0" destOrd="0" presId="urn:microsoft.com/office/officeart/2005/8/layout/hierarchy1"/>
    <dgm:cxn modelId="{2180A1B3-3253-FB45-9DBE-F1BD4ADF8FFB}" srcId="{D98EA9E9-C2DE-E54A-A61C-C5719B642E7C}" destId="{7D000F55-89B4-5B4F-BEEE-7B4109D9F4C1}" srcOrd="0" destOrd="0" parTransId="{D73ABED4-08C0-D046-B3DC-817152779010}" sibTransId="{449B851E-573E-8442-8A53-2A50C208BFF9}"/>
    <dgm:cxn modelId="{8CA469B5-D485-124C-84C2-0B262B073EB8}" type="presOf" srcId="{43F75775-0C61-844B-B281-3EE5DDB128D0}" destId="{A4F0A31C-D3D7-C447-9C93-72FFA4911BEB}" srcOrd="0" destOrd="0" presId="urn:microsoft.com/office/officeart/2005/8/layout/hierarchy1"/>
    <dgm:cxn modelId="{5FFDBEC3-099D-D74A-8DAC-E545977C1982}" type="presOf" srcId="{7A0B4CCA-5B33-E54B-AFC6-25C541130867}" destId="{E333F24D-EFAF-8643-A3CD-5CBEB609C8C5}" srcOrd="0" destOrd="0" presId="urn:microsoft.com/office/officeart/2005/8/layout/hierarchy1"/>
    <dgm:cxn modelId="{7BB0F5C9-6B1E-B04E-B712-702EFAD746DC}" type="presOf" srcId="{673C5670-55BE-5549-A371-3AACE1553FDE}" destId="{7AC89779-B54A-9542-9678-D8F75A251473}" srcOrd="0" destOrd="0" presId="urn:microsoft.com/office/officeart/2005/8/layout/hierarchy1"/>
    <dgm:cxn modelId="{D160EDCF-9030-BC49-9847-1327039D79BB}" srcId="{D98EA9E9-C2DE-E54A-A61C-C5719B642E7C}" destId="{E69D6E49-09CA-204F-A0F3-136F80A4FDA3}" srcOrd="1" destOrd="0" parTransId="{B6E13E31-A71D-864E-996A-E574629F705E}" sibTransId="{33DACE6A-48F4-D747-AF30-23143B525182}"/>
    <dgm:cxn modelId="{DACA82D7-B4EA-6243-94CF-B511E28C36E9}" type="presOf" srcId="{66DB8B3F-92D3-BA44-BCE3-CD6AFD270027}" destId="{2CC5E522-F17C-E848-9B1E-74CDCD1522AA}" srcOrd="0" destOrd="0" presId="urn:microsoft.com/office/officeart/2005/8/layout/hierarchy1"/>
    <dgm:cxn modelId="{F5B61EE6-D92C-DB4C-A3D3-2E9F912FF1F3}" type="presOf" srcId="{7D000F55-89B4-5B4F-BEEE-7B4109D9F4C1}" destId="{061B7240-9C42-E647-8B6D-BF5A712AA335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80793613-B66E-314D-AE95-0ED632B4CFAE}" type="presParOf" srcId="{D7FFE878-CBB4-9E40-8F10-BC5A118A83EE}" destId="{9EB76B8B-4E65-AF44-A23F-AE12CABCA03C}" srcOrd="0" destOrd="0" presId="urn:microsoft.com/office/officeart/2005/8/layout/hierarchy1"/>
    <dgm:cxn modelId="{E90B8D97-D091-8A40-8DA8-C260ECCED42D}" type="presParOf" srcId="{D7FFE878-CBB4-9E40-8F10-BC5A118A83EE}" destId="{1E096E1C-F684-8442-BAC7-D44A374845EC}" srcOrd="1" destOrd="0" presId="urn:microsoft.com/office/officeart/2005/8/layout/hierarchy1"/>
    <dgm:cxn modelId="{259D1BED-D431-9747-AE96-ECE9CE271E86}" type="presParOf" srcId="{1E096E1C-F684-8442-BAC7-D44A374845EC}" destId="{99120076-A97E-BB4F-A6FB-06A24EC44F56}" srcOrd="0" destOrd="0" presId="urn:microsoft.com/office/officeart/2005/8/layout/hierarchy1"/>
    <dgm:cxn modelId="{27D25818-FDBE-1C4C-884C-4A287D714B6C}" type="presParOf" srcId="{99120076-A97E-BB4F-A6FB-06A24EC44F56}" destId="{97F27D3C-C2B1-E84F-9C0F-B21CA3E33DFB}" srcOrd="0" destOrd="0" presId="urn:microsoft.com/office/officeart/2005/8/layout/hierarchy1"/>
    <dgm:cxn modelId="{DD52C07B-2D17-D542-A3A9-7261808C1994}" type="presParOf" srcId="{99120076-A97E-BB4F-A6FB-06A24EC44F56}" destId="{061B7240-9C42-E647-8B6D-BF5A712AA335}" srcOrd="1" destOrd="0" presId="urn:microsoft.com/office/officeart/2005/8/layout/hierarchy1"/>
    <dgm:cxn modelId="{27F561E0-C699-B444-AB29-86B579058850}" type="presParOf" srcId="{1E096E1C-F684-8442-BAC7-D44A374845EC}" destId="{E539AA6D-C1F4-B344-ABFE-D175C268FAD5}" srcOrd="1" destOrd="0" presId="urn:microsoft.com/office/officeart/2005/8/layout/hierarchy1"/>
    <dgm:cxn modelId="{CA880DCA-77EF-9E44-890D-4C9165062142}" type="presParOf" srcId="{E539AA6D-C1F4-B344-ABFE-D175C268FAD5}" destId="{1B65B4AB-2F61-9D48-A29E-C0875E946BF1}" srcOrd="0" destOrd="0" presId="urn:microsoft.com/office/officeart/2005/8/layout/hierarchy1"/>
    <dgm:cxn modelId="{FFA8B13B-E8AF-6844-9EAC-FD97AD875807}" type="presParOf" srcId="{E539AA6D-C1F4-B344-ABFE-D175C268FAD5}" destId="{5D20E1D8-95E0-B545-9735-28334724FDE3}" srcOrd="1" destOrd="0" presId="urn:microsoft.com/office/officeart/2005/8/layout/hierarchy1"/>
    <dgm:cxn modelId="{B72CEA35-BD88-2641-9DC7-194C20CFFE1E}" type="presParOf" srcId="{5D20E1D8-95E0-B545-9735-28334724FDE3}" destId="{168D9EF5-F0EB-B14C-B91E-D1E7EF0B3FBB}" srcOrd="0" destOrd="0" presId="urn:microsoft.com/office/officeart/2005/8/layout/hierarchy1"/>
    <dgm:cxn modelId="{6350C1C1-BBC0-8C42-A58D-9F55A2DB6A6D}" type="presParOf" srcId="{168D9EF5-F0EB-B14C-B91E-D1E7EF0B3FBB}" destId="{A654C64B-F590-2E4D-9620-DCB04A5A63D0}" srcOrd="0" destOrd="0" presId="urn:microsoft.com/office/officeart/2005/8/layout/hierarchy1"/>
    <dgm:cxn modelId="{D7C1C23E-081A-0044-97D0-6C9DECA08B67}" type="presParOf" srcId="{168D9EF5-F0EB-B14C-B91E-D1E7EF0B3FBB}" destId="{8165CB74-37EA-1E4D-8C4C-C7EB91162601}" srcOrd="1" destOrd="0" presId="urn:microsoft.com/office/officeart/2005/8/layout/hierarchy1"/>
    <dgm:cxn modelId="{8667EB57-654C-E149-BBE7-880E59573820}" type="presParOf" srcId="{5D20E1D8-95E0-B545-9735-28334724FDE3}" destId="{1AE34948-6A17-F74F-89DB-47042EFD05E7}" srcOrd="1" destOrd="0" presId="urn:microsoft.com/office/officeart/2005/8/layout/hierarchy1"/>
    <dgm:cxn modelId="{E04F6F97-7D8C-5242-8090-916C67839761}" type="presParOf" srcId="{E539AA6D-C1F4-B344-ABFE-D175C268FAD5}" destId="{0126C0DB-B660-B24F-91C8-C8DAE7CF1B62}" srcOrd="2" destOrd="0" presId="urn:microsoft.com/office/officeart/2005/8/layout/hierarchy1"/>
    <dgm:cxn modelId="{05B76058-5847-4844-8723-5DF302591B51}" type="presParOf" srcId="{E539AA6D-C1F4-B344-ABFE-D175C268FAD5}" destId="{6BE9F5A5-471F-8A4E-BCAC-40BA8ECD51D1}" srcOrd="3" destOrd="0" presId="urn:microsoft.com/office/officeart/2005/8/layout/hierarchy1"/>
    <dgm:cxn modelId="{6BEDAD3A-9356-534C-8B7B-153F60197633}" type="presParOf" srcId="{6BE9F5A5-471F-8A4E-BCAC-40BA8ECD51D1}" destId="{18BCCCAD-DB37-5941-864B-DB93D8F25C51}" srcOrd="0" destOrd="0" presId="urn:microsoft.com/office/officeart/2005/8/layout/hierarchy1"/>
    <dgm:cxn modelId="{A750BEA2-BF3F-A24E-8211-038BC59C3D98}" type="presParOf" srcId="{18BCCCAD-DB37-5941-864B-DB93D8F25C51}" destId="{0ABF5889-C075-B64D-8835-608EA85885DD}" srcOrd="0" destOrd="0" presId="urn:microsoft.com/office/officeart/2005/8/layout/hierarchy1"/>
    <dgm:cxn modelId="{69B14C2F-3D99-504D-A77A-151EE8FFD445}" type="presParOf" srcId="{18BCCCAD-DB37-5941-864B-DB93D8F25C51}" destId="{A4F0A31C-D3D7-C447-9C93-72FFA4911BEB}" srcOrd="1" destOrd="0" presId="urn:microsoft.com/office/officeart/2005/8/layout/hierarchy1"/>
    <dgm:cxn modelId="{D086363A-6FBF-F744-923C-D67A935AA3A2}" type="presParOf" srcId="{6BE9F5A5-471F-8A4E-BCAC-40BA8ECD51D1}" destId="{D8F260D3-7339-444F-9C02-359EA2F2A54D}" srcOrd="1" destOrd="0" presId="urn:microsoft.com/office/officeart/2005/8/layout/hierarchy1"/>
    <dgm:cxn modelId="{0380D67F-C32D-7647-962A-77EFF952A894}" type="presParOf" srcId="{D7FFE878-CBB4-9E40-8F10-BC5A118A83EE}" destId="{AC484524-2FDE-D143-878E-977943084DE9}" srcOrd="2" destOrd="0" presId="urn:microsoft.com/office/officeart/2005/8/layout/hierarchy1"/>
    <dgm:cxn modelId="{7F04FFDE-A565-7247-AF3B-7146E333E8F9}" type="presParOf" srcId="{D7FFE878-CBB4-9E40-8F10-BC5A118A83EE}" destId="{39F0EBC7-BD4F-A547-91A7-40800DF80D3F}" srcOrd="3" destOrd="0" presId="urn:microsoft.com/office/officeart/2005/8/layout/hierarchy1"/>
    <dgm:cxn modelId="{30BB69AE-CD6B-5344-8189-DEF846B2919E}" type="presParOf" srcId="{39F0EBC7-BD4F-A547-91A7-40800DF80D3F}" destId="{D8DE85F7-A328-6C45-A1E0-A74697ADE0A8}" srcOrd="0" destOrd="0" presId="urn:microsoft.com/office/officeart/2005/8/layout/hierarchy1"/>
    <dgm:cxn modelId="{586048EB-C83C-9845-AF93-E35CC46C4DE7}" type="presParOf" srcId="{D8DE85F7-A328-6C45-A1E0-A74697ADE0A8}" destId="{2EB31786-3247-2347-81F7-621C680A0AE4}" srcOrd="0" destOrd="0" presId="urn:microsoft.com/office/officeart/2005/8/layout/hierarchy1"/>
    <dgm:cxn modelId="{D7F40A58-031D-4E47-B859-E5BF75DD6736}" type="presParOf" srcId="{D8DE85F7-A328-6C45-A1E0-A74697ADE0A8}" destId="{C67387A3-B822-894B-82E1-E48AEDA4E399}" srcOrd="1" destOrd="0" presId="urn:microsoft.com/office/officeart/2005/8/layout/hierarchy1"/>
    <dgm:cxn modelId="{8B2446DE-8929-7C49-8AC2-22FDEDE436FD}" type="presParOf" srcId="{39F0EBC7-BD4F-A547-91A7-40800DF80D3F}" destId="{8F929B28-BEA1-D04A-9EC8-F811B49F1F6B}" srcOrd="1" destOrd="0" presId="urn:microsoft.com/office/officeart/2005/8/layout/hierarchy1"/>
    <dgm:cxn modelId="{49F444C7-7329-7945-97BE-03376C83EEEB}" type="presParOf" srcId="{8F929B28-BEA1-D04A-9EC8-F811B49F1F6B}" destId="{CC0491CF-F086-4945-88CB-4107F7357C00}" srcOrd="0" destOrd="0" presId="urn:microsoft.com/office/officeart/2005/8/layout/hierarchy1"/>
    <dgm:cxn modelId="{97D87492-D092-5644-B4E5-4D73A08FB297}" type="presParOf" srcId="{8F929B28-BEA1-D04A-9EC8-F811B49F1F6B}" destId="{DC73C987-FEC0-4A4F-BDD2-FABE52D2299D}" srcOrd="1" destOrd="0" presId="urn:microsoft.com/office/officeart/2005/8/layout/hierarchy1"/>
    <dgm:cxn modelId="{A855E96A-E3B0-F445-A742-FB9F4BFB0243}" type="presParOf" srcId="{DC73C987-FEC0-4A4F-BDD2-FABE52D2299D}" destId="{77C86DF0-A9CA-0A46-A618-FBCCC2CADAB1}" srcOrd="0" destOrd="0" presId="urn:microsoft.com/office/officeart/2005/8/layout/hierarchy1"/>
    <dgm:cxn modelId="{FC6CD066-3290-3E4C-B777-25B7BF8B5A8C}" type="presParOf" srcId="{77C86DF0-A9CA-0A46-A618-FBCCC2CADAB1}" destId="{90A233D3-663C-DE4D-B1A9-DBBC8097A5C8}" srcOrd="0" destOrd="0" presId="urn:microsoft.com/office/officeart/2005/8/layout/hierarchy1"/>
    <dgm:cxn modelId="{420154E0-2523-5841-A68D-93B8985069F6}" type="presParOf" srcId="{77C86DF0-A9CA-0A46-A618-FBCCC2CADAB1}" destId="{2CC5E522-F17C-E848-9B1E-74CDCD1522AA}" srcOrd="1" destOrd="0" presId="urn:microsoft.com/office/officeart/2005/8/layout/hierarchy1"/>
    <dgm:cxn modelId="{874069A7-E013-BD47-8B3D-FB3DA46EF692}" type="presParOf" srcId="{DC73C987-FEC0-4A4F-BDD2-FABE52D2299D}" destId="{91BF342F-EAF7-3948-B1E5-D3037872D1A6}" srcOrd="1" destOrd="0" presId="urn:microsoft.com/office/officeart/2005/8/layout/hierarchy1"/>
    <dgm:cxn modelId="{596E33D0-5E8E-9342-8031-6E27B1E9C301}" type="presParOf" srcId="{8F929B28-BEA1-D04A-9EC8-F811B49F1F6B}" destId="{E333F24D-EFAF-8643-A3CD-5CBEB609C8C5}" srcOrd="2" destOrd="0" presId="urn:microsoft.com/office/officeart/2005/8/layout/hierarchy1"/>
    <dgm:cxn modelId="{3A204DBF-C3BF-9E4B-A78D-F1DE82F410A7}" type="presParOf" srcId="{8F929B28-BEA1-D04A-9EC8-F811B49F1F6B}" destId="{64D608EA-8B21-E748-BD48-FE74D151B7BD}" srcOrd="3" destOrd="0" presId="urn:microsoft.com/office/officeart/2005/8/layout/hierarchy1"/>
    <dgm:cxn modelId="{A887DBF5-13B9-8947-BBBE-89F8D5E5FCB2}" type="presParOf" srcId="{64D608EA-8B21-E748-BD48-FE74D151B7BD}" destId="{FA444606-6D7A-9847-9989-3D372646029F}" srcOrd="0" destOrd="0" presId="urn:microsoft.com/office/officeart/2005/8/layout/hierarchy1"/>
    <dgm:cxn modelId="{7C5C8E86-6280-B04B-9DE5-7DA2A9477E96}" type="presParOf" srcId="{FA444606-6D7A-9847-9989-3D372646029F}" destId="{89730978-1707-6F44-8618-CE82EAAA229A}" srcOrd="0" destOrd="0" presId="urn:microsoft.com/office/officeart/2005/8/layout/hierarchy1"/>
    <dgm:cxn modelId="{85A601C2-2898-7044-8DB8-63AFF2F0B328}" type="presParOf" srcId="{FA444606-6D7A-9847-9989-3D372646029F}" destId="{F0A7ECAA-5EB6-0C48-ADC6-13DBFE1E7AC4}" srcOrd="1" destOrd="0" presId="urn:microsoft.com/office/officeart/2005/8/layout/hierarchy1"/>
    <dgm:cxn modelId="{8F19C877-CADF-B442-A0C5-A52E041D3297}" type="presParOf" srcId="{64D608EA-8B21-E748-BD48-FE74D151B7BD}" destId="{7EAE72D0-EC59-5A4A-B73E-539287A96B2C}" srcOrd="1" destOrd="0" presId="urn:microsoft.com/office/officeart/2005/8/layout/hierarchy1"/>
    <dgm:cxn modelId="{2DAC92E5-AEA3-FD47-9F12-1AC9600E9D39}" type="presParOf" srcId="{D7FFE878-CBB4-9E40-8F10-BC5A118A83EE}" destId="{B0C7E17B-B9B2-0C47-BDEE-3C7F5E0F5747}" srcOrd="4" destOrd="0" presId="urn:microsoft.com/office/officeart/2005/8/layout/hierarchy1"/>
    <dgm:cxn modelId="{5326BDE7-50F9-C141-8BCB-6D0E09178506}" type="presParOf" srcId="{D7FFE878-CBB4-9E40-8F10-BC5A118A83EE}" destId="{189A1DD6-9660-0E4C-8444-41AC51318B12}" srcOrd="5" destOrd="0" presId="urn:microsoft.com/office/officeart/2005/8/layout/hierarchy1"/>
    <dgm:cxn modelId="{2ADC9BE4-13B7-284C-8922-2AC6B6F50EC5}" type="presParOf" srcId="{189A1DD6-9660-0E4C-8444-41AC51318B12}" destId="{AA3299EA-E0C6-DB41-B28B-9390E88D05DF}" srcOrd="0" destOrd="0" presId="urn:microsoft.com/office/officeart/2005/8/layout/hierarchy1"/>
    <dgm:cxn modelId="{C89D7BEA-71EB-174F-9169-CCEBAB65F249}" type="presParOf" srcId="{AA3299EA-E0C6-DB41-B28B-9390E88D05DF}" destId="{6ACFF2CF-D9A5-6545-800F-3F08F0412B75}" srcOrd="0" destOrd="0" presId="urn:microsoft.com/office/officeart/2005/8/layout/hierarchy1"/>
    <dgm:cxn modelId="{1885BE7A-7A84-3340-AE01-C98D8AA82977}" type="presParOf" srcId="{AA3299EA-E0C6-DB41-B28B-9390E88D05DF}" destId="{1F7474CA-14DC-3447-AAE6-D8BE9CED8738}" srcOrd="1" destOrd="0" presId="urn:microsoft.com/office/officeart/2005/8/layout/hierarchy1"/>
    <dgm:cxn modelId="{3AABE268-6A71-BB4C-984F-8388D711D567}" type="presParOf" srcId="{189A1DD6-9660-0E4C-8444-41AC51318B12}" destId="{7AC650A5-D7B7-6A4D-A164-4FFE1D8B9E7E}" srcOrd="1" destOrd="0" presId="urn:microsoft.com/office/officeart/2005/8/layout/hierarchy1"/>
    <dgm:cxn modelId="{413BDE8F-30C2-584B-9331-A0C2F8E11D3E}" type="presParOf" srcId="{7AC650A5-D7B7-6A4D-A164-4FFE1D8B9E7E}" destId="{7AC89779-B54A-9542-9678-D8F75A251473}" srcOrd="0" destOrd="0" presId="urn:microsoft.com/office/officeart/2005/8/layout/hierarchy1"/>
    <dgm:cxn modelId="{714A135D-AEE4-194F-BF09-9BE8F915D9BB}" type="presParOf" srcId="{7AC650A5-D7B7-6A4D-A164-4FFE1D8B9E7E}" destId="{F5148818-BA3B-B948-B969-55746B190333}" srcOrd="1" destOrd="0" presId="urn:microsoft.com/office/officeart/2005/8/layout/hierarchy1"/>
    <dgm:cxn modelId="{E2256E50-895B-F046-AC5E-F254E508F486}" type="presParOf" srcId="{F5148818-BA3B-B948-B969-55746B190333}" destId="{B95301C6-7EEC-5541-AD37-36CC20997548}" srcOrd="0" destOrd="0" presId="urn:microsoft.com/office/officeart/2005/8/layout/hierarchy1"/>
    <dgm:cxn modelId="{AC4F5F5D-11B9-374B-9A04-2483CA7170C0}" type="presParOf" srcId="{B95301C6-7EEC-5541-AD37-36CC20997548}" destId="{D27D71CF-EC17-A345-9CDF-1E9CE9F3597D}" srcOrd="0" destOrd="0" presId="urn:microsoft.com/office/officeart/2005/8/layout/hierarchy1"/>
    <dgm:cxn modelId="{26BF3D47-06B9-E744-BF53-0409269B2E51}" type="presParOf" srcId="{B95301C6-7EEC-5541-AD37-36CC20997548}" destId="{EA75016E-60F8-9D4C-9841-8E93543D0AF1}" srcOrd="1" destOrd="0" presId="urn:microsoft.com/office/officeart/2005/8/layout/hierarchy1"/>
    <dgm:cxn modelId="{F46AA33B-C687-A04A-BFE0-8B7BE17B8291}" type="presParOf" srcId="{F5148818-BA3B-B948-B969-55746B190333}" destId="{6D94BDC9-8292-C149-9CE0-B0DC0F521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/>
            <a:t>Plot 4</a:t>
          </a:r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/>
            <a:t>Plot 5</a:t>
          </a:r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208350E6-A568-F144-88FD-843814E69048}">
      <dgm:prSet/>
      <dgm:spPr/>
      <dgm:t>
        <a:bodyPr/>
        <a:lstStyle/>
        <a:p>
          <a:r>
            <a:rPr lang="en-GB" dirty="0"/>
            <a:t>Plot 6</a:t>
          </a:r>
        </a:p>
      </dgm:t>
    </dgm:pt>
    <dgm:pt modelId="{6F538BBD-7638-DE4D-AA59-6FA53D840151}" type="parTrans" cxnId="{1127A82F-C6F9-6247-82F8-149696E0B183}">
      <dgm:prSet/>
      <dgm:spPr/>
      <dgm:t>
        <a:bodyPr/>
        <a:lstStyle/>
        <a:p>
          <a:endParaRPr lang="en-GB"/>
        </a:p>
      </dgm:t>
    </dgm:pt>
    <dgm:pt modelId="{B5659038-FAEF-3E45-879F-9F4B223AEDB6}" type="sibTrans" cxnId="{1127A82F-C6F9-6247-82F8-149696E0B183}">
      <dgm:prSet/>
      <dgm:spPr/>
      <dgm:t>
        <a:bodyPr/>
        <a:lstStyle/>
        <a:p>
          <a:endParaRPr lang="en-GB"/>
        </a:p>
      </dgm:t>
    </dgm:pt>
    <dgm:pt modelId="{D58B0108-2396-CF4B-B5AA-C9D4D538B65E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1C55671-9177-C147-82C6-757E25AFF8E4}" type="parTrans" cxnId="{795199FB-F027-654D-BEF3-4BA53232BF49}">
      <dgm:prSet/>
      <dgm:spPr/>
      <dgm:t>
        <a:bodyPr/>
        <a:lstStyle/>
        <a:p>
          <a:endParaRPr lang="en-GB"/>
        </a:p>
      </dgm:t>
    </dgm:pt>
    <dgm:pt modelId="{EFF99D0F-E82F-BA45-BCB6-28071829E285}" type="sibTrans" cxnId="{795199FB-F027-654D-BEF3-4BA53232BF49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67D969BE-B0AF-4D47-B042-3307AC855BE1}" type="pres">
      <dgm:prSet presAssocID="{D9D4375C-61E3-6440-B712-871B1A5D76F9}" presName="Name10" presStyleLbl="parChTrans1D2" presStyleIdx="0" presStyleCnt="3"/>
      <dgm:spPr/>
    </dgm:pt>
    <dgm:pt modelId="{4647660B-FCF7-424B-AF0A-FF5ADC906E97}" type="pres">
      <dgm:prSet presAssocID="{FF34FDC8-1359-A14F-8174-68CF6EBE010C}" presName="hierRoot2" presStyleCnt="0"/>
      <dgm:spPr/>
    </dgm:pt>
    <dgm:pt modelId="{85E80EDF-75B4-2C44-A266-F38BB4509580}" type="pres">
      <dgm:prSet presAssocID="{FF34FDC8-1359-A14F-8174-68CF6EBE010C}" presName="composite2" presStyleCnt="0"/>
      <dgm:spPr/>
    </dgm:pt>
    <dgm:pt modelId="{D15A4FF7-61DB-C041-ACDA-34C82DE8073F}" type="pres">
      <dgm:prSet presAssocID="{FF34FDC8-1359-A14F-8174-68CF6EBE010C}" presName="background2" presStyleLbl="node2" presStyleIdx="0" presStyleCnt="3"/>
      <dgm:spPr/>
    </dgm:pt>
    <dgm:pt modelId="{CA88BE6A-E66A-5246-8B37-89D2DF3E784D}" type="pres">
      <dgm:prSet presAssocID="{FF34FDC8-1359-A14F-8174-68CF6EBE010C}" presName="text2" presStyleLbl="fgAcc2" presStyleIdx="0" presStyleCnt="3">
        <dgm:presLayoutVars>
          <dgm:chPref val="3"/>
        </dgm:presLayoutVars>
      </dgm:prSet>
      <dgm:spPr/>
    </dgm:pt>
    <dgm:pt modelId="{7E970E4E-AD10-8B43-A946-8182CC265A73}" type="pres">
      <dgm:prSet presAssocID="{FF34FDC8-1359-A14F-8174-68CF6EBE010C}" presName="hierChild3" presStyleCnt="0"/>
      <dgm:spPr/>
    </dgm:pt>
    <dgm:pt modelId="{0126C0DB-B660-B24F-91C8-C8DAE7CF1B62}" type="pres">
      <dgm:prSet presAssocID="{16E79066-4E76-D048-94E6-2F32D8D95843}" presName="Name17" presStyleLbl="parChTrans1D3" presStyleIdx="0" presStyleCnt="3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0" presStyleCnt="3"/>
      <dgm:spPr/>
    </dgm:pt>
    <dgm:pt modelId="{A4F0A31C-D3D7-C447-9C93-72FFA4911BEB}" type="pres">
      <dgm:prSet presAssocID="{43F75775-0C61-844B-B281-3EE5DDB128D0}" presName="text3" presStyleLbl="fgAcc3" presStyleIdx="0" presStyleCnt="3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3AD01770-E9EA-B043-A880-1A3D4E6C9E78}" type="pres">
      <dgm:prSet presAssocID="{E21240E5-D301-8946-B2A8-D23B9D7C84EA}" presName="Name10" presStyleLbl="parChTrans1D2" presStyleIdx="1" presStyleCnt="3"/>
      <dgm:spPr/>
    </dgm:pt>
    <dgm:pt modelId="{7A92CA9E-8274-3D40-BE8B-FFFA874EBC8D}" type="pres">
      <dgm:prSet presAssocID="{66DB8B3F-92D3-BA44-BCE3-CD6AFD270027}" presName="hierRoot2" presStyleCnt="0"/>
      <dgm:spPr/>
    </dgm:pt>
    <dgm:pt modelId="{F419B11F-1A13-914E-9F99-3D30C4D40470}" type="pres">
      <dgm:prSet presAssocID="{66DB8B3F-92D3-BA44-BCE3-CD6AFD270027}" presName="composite2" presStyleCnt="0"/>
      <dgm:spPr/>
    </dgm:pt>
    <dgm:pt modelId="{EA156820-9959-6641-8697-37CF96B1464A}" type="pres">
      <dgm:prSet presAssocID="{66DB8B3F-92D3-BA44-BCE3-CD6AFD270027}" presName="background2" presStyleLbl="node2" presStyleIdx="1" presStyleCnt="3"/>
      <dgm:spPr/>
    </dgm:pt>
    <dgm:pt modelId="{B0AF14E6-135D-744F-9FAA-30DE65B26AA1}" type="pres">
      <dgm:prSet presAssocID="{66DB8B3F-92D3-BA44-BCE3-CD6AFD270027}" presName="text2" presStyleLbl="fgAcc2" presStyleIdx="1" presStyleCnt="3">
        <dgm:presLayoutVars>
          <dgm:chPref val="3"/>
        </dgm:presLayoutVars>
      </dgm:prSet>
      <dgm:spPr/>
    </dgm:pt>
    <dgm:pt modelId="{461FE418-9887-654D-81DA-2E1C00BA3BE3}" type="pres">
      <dgm:prSet presAssocID="{66DB8B3F-92D3-BA44-BCE3-CD6AFD270027}" presName="hierChild3" presStyleCnt="0"/>
      <dgm:spPr/>
    </dgm:pt>
    <dgm:pt modelId="{E333F24D-EFAF-8643-A3CD-5CBEB609C8C5}" type="pres">
      <dgm:prSet presAssocID="{7A0B4CCA-5B33-E54B-AFC6-25C541130867}" presName="Name17" presStyleLbl="parChTrans1D3" presStyleIdx="1" presStyleCnt="3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1" presStyleCnt="3"/>
      <dgm:spPr/>
    </dgm:pt>
    <dgm:pt modelId="{F0A7ECAA-5EB6-0C48-ADC6-13DBFE1E7AC4}" type="pres">
      <dgm:prSet presAssocID="{2A0478BF-BCE6-B94C-8D7A-692B726293C8}" presName="text3" presStyleLbl="fgAcc3" presStyleIdx="1" presStyleCnt="3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A710C75E-DE0F-CE44-B917-45A24F095EE5}" type="pres">
      <dgm:prSet presAssocID="{6F538BBD-7638-DE4D-AA59-6FA53D840151}" presName="Name10" presStyleLbl="parChTrans1D2" presStyleIdx="2" presStyleCnt="3"/>
      <dgm:spPr/>
    </dgm:pt>
    <dgm:pt modelId="{D1B3E81F-9D5F-9F49-9118-B14EBF1FB745}" type="pres">
      <dgm:prSet presAssocID="{208350E6-A568-F144-88FD-843814E69048}" presName="hierRoot2" presStyleCnt="0"/>
      <dgm:spPr/>
    </dgm:pt>
    <dgm:pt modelId="{26A890F7-B7DC-214A-8FE4-804C8F2588EB}" type="pres">
      <dgm:prSet presAssocID="{208350E6-A568-F144-88FD-843814E69048}" presName="composite2" presStyleCnt="0"/>
      <dgm:spPr/>
    </dgm:pt>
    <dgm:pt modelId="{6BBF9E03-778A-C64B-B0FC-F955AAB7012B}" type="pres">
      <dgm:prSet presAssocID="{208350E6-A568-F144-88FD-843814E69048}" presName="background2" presStyleLbl="node2" presStyleIdx="2" presStyleCnt="3"/>
      <dgm:spPr/>
    </dgm:pt>
    <dgm:pt modelId="{1B0F1170-7594-0F41-8742-0EA7FA38BD4F}" type="pres">
      <dgm:prSet presAssocID="{208350E6-A568-F144-88FD-843814E69048}" presName="text2" presStyleLbl="fgAcc2" presStyleIdx="2" presStyleCnt="3">
        <dgm:presLayoutVars>
          <dgm:chPref val="3"/>
        </dgm:presLayoutVars>
      </dgm:prSet>
      <dgm:spPr/>
    </dgm:pt>
    <dgm:pt modelId="{BD78B426-F243-604F-A248-BFF4BC5EADD0}" type="pres">
      <dgm:prSet presAssocID="{208350E6-A568-F144-88FD-843814E69048}" presName="hierChild3" presStyleCnt="0"/>
      <dgm:spPr/>
    </dgm:pt>
    <dgm:pt modelId="{8C2E1A18-1E60-5A49-BB6D-4BB3696F0155}" type="pres">
      <dgm:prSet presAssocID="{E1C55671-9177-C147-82C6-757E25AFF8E4}" presName="Name17" presStyleLbl="parChTrans1D3" presStyleIdx="2" presStyleCnt="3"/>
      <dgm:spPr/>
    </dgm:pt>
    <dgm:pt modelId="{AA094344-E6B6-254F-BF75-177D8ED510C9}" type="pres">
      <dgm:prSet presAssocID="{D58B0108-2396-CF4B-B5AA-C9D4D538B65E}" presName="hierRoot3" presStyleCnt="0"/>
      <dgm:spPr/>
    </dgm:pt>
    <dgm:pt modelId="{CC0866B2-F0E8-EC4B-B88E-211C4EF33E7A}" type="pres">
      <dgm:prSet presAssocID="{D58B0108-2396-CF4B-B5AA-C9D4D538B65E}" presName="composite3" presStyleCnt="0"/>
      <dgm:spPr/>
    </dgm:pt>
    <dgm:pt modelId="{87D2986D-8100-844C-BF78-BEFAAAE74F28}" type="pres">
      <dgm:prSet presAssocID="{D58B0108-2396-CF4B-B5AA-C9D4D538B65E}" presName="background3" presStyleLbl="node3" presStyleIdx="2" presStyleCnt="3"/>
      <dgm:spPr/>
    </dgm:pt>
    <dgm:pt modelId="{AEFD8625-3663-A049-8664-1FA23E0C2F51}" type="pres">
      <dgm:prSet presAssocID="{D58B0108-2396-CF4B-B5AA-C9D4D538B65E}" presName="text3" presStyleLbl="fgAcc3" presStyleIdx="2" presStyleCnt="3">
        <dgm:presLayoutVars>
          <dgm:chPref val="3"/>
        </dgm:presLayoutVars>
      </dgm:prSet>
      <dgm:spPr/>
    </dgm:pt>
    <dgm:pt modelId="{21850D6B-5667-F147-8ECB-70CD4E6B5F88}" type="pres">
      <dgm:prSet presAssocID="{D58B0108-2396-CF4B-B5AA-C9D4D538B65E}" presName="hierChild4" presStyleCnt="0"/>
      <dgm:spPr/>
    </dgm:pt>
  </dgm:ptLst>
  <dgm:cxnLst>
    <dgm:cxn modelId="{F0BD9207-9BDD-5C4D-9FFA-8DB66D224AFD}" type="presOf" srcId="{43F75775-0C61-844B-B281-3EE5DDB128D0}" destId="{A4F0A31C-D3D7-C447-9C93-72FFA4911BEB}" srcOrd="0" destOrd="0" presId="urn:microsoft.com/office/officeart/2005/8/layout/hierarchy1"/>
    <dgm:cxn modelId="{01C60C18-959F-874F-B694-FA4B519AD848}" srcId="{FF34FDC8-1359-A14F-8174-68CF6EBE010C}" destId="{43F75775-0C61-844B-B281-3EE5DDB128D0}" srcOrd="0" destOrd="0" parTransId="{16E79066-4E76-D048-94E6-2F32D8D95843}" sibTransId="{EC984D0E-E13D-DB49-8619-0425FD8B578E}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EBE31F20-D004-1C4F-9A4D-3C7F3625CBF3}" type="presOf" srcId="{2A0478BF-BCE6-B94C-8D7A-692B726293C8}" destId="{F0A7ECAA-5EB6-0C48-ADC6-13DBFE1E7AC4}" srcOrd="0" destOrd="0" presId="urn:microsoft.com/office/officeart/2005/8/layout/hierarchy1"/>
    <dgm:cxn modelId="{99F42320-E5E1-2F4F-9AB0-A2A8BA5F739D}" type="presOf" srcId="{66DB8B3F-92D3-BA44-BCE3-CD6AFD270027}" destId="{B0AF14E6-135D-744F-9FAA-30DE65B26AA1}" srcOrd="0" destOrd="0" presId="urn:microsoft.com/office/officeart/2005/8/layout/hierarchy1"/>
    <dgm:cxn modelId="{784AE621-AA85-234C-B3D1-31D1B046C277}" type="presOf" srcId="{6F538BBD-7638-DE4D-AA59-6FA53D840151}" destId="{A710C75E-DE0F-CE44-B917-45A24F095EE5}" srcOrd="0" destOrd="0" presId="urn:microsoft.com/office/officeart/2005/8/layout/hierarchy1"/>
    <dgm:cxn modelId="{FB7EF529-B161-EA41-BD4C-B1C1781578F2}" srcId="{66DB8B3F-92D3-BA44-BCE3-CD6AFD270027}" destId="{2A0478BF-BCE6-B94C-8D7A-692B726293C8}" srcOrd="0" destOrd="0" parTransId="{7A0B4CCA-5B33-E54B-AFC6-25C541130867}" sibTransId="{B9660292-CA70-F347-989F-3B3FD71B26BA}"/>
    <dgm:cxn modelId="{E899592B-2843-A444-A01E-17C13BCB691E}" type="presOf" srcId="{7A0B4CCA-5B33-E54B-AFC6-25C541130867}" destId="{E333F24D-EFAF-8643-A3CD-5CBEB609C8C5}" srcOrd="0" destOrd="0" presId="urn:microsoft.com/office/officeart/2005/8/layout/hierarchy1"/>
    <dgm:cxn modelId="{1127A82F-C6F9-6247-82F8-149696E0B183}" srcId="{D98EA9E9-C2DE-E54A-A61C-C5719B642E7C}" destId="{208350E6-A568-F144-88FD-843814E69048}" srcOrd="2" destOrd="0" parTransId="{6F538BBD-7638-DE4D-AA59-6FA53D840151}" sibTransId="{B5659038-FAEF-3E45-879F-9F4B223AEDB6}"/>
    <dgm:cxn modelId="{002F3C34-BC85-4648-BE6C-B9A99DE6E27B}" type="presOf" srcId="{E1C55671-9177-C147-82C6-757E25AFF8E4}" destId="{8C2E1A18-1E60-5A49-BB6D-4BB3696F0155}" srcOrd="0" destOrd="0" presId="urn:microsoft.com/office/officeart/2005/8/layout/hierarchy1"/>
    <dgm:cxn modelId="{F390E15A-EC8B-CC44-A6B1-0916F35AB2DD}" srcId="{D98EA9E9-C2DE-E54A-A61C-C5719B642E7C}" destId="{FF34FDC8-1359-A14F-8174-68CF6EBE010C}" srcOrd="0" destOrd="0" parTransId="{D9D4375C-61E3-6440-B712-871B1A5D76F9}" sibTransId="{697B37B1-C4B3-9E4E-A4E2-697303AD1403}"/>
    <dgm:cxn modelId="{75E6A560-1BAE-0A48-9B89-EA98734C5B49}" type="presOf" srcId="{208350E6-A568-F144-88FD-843814E69048}" destId="{1B0F1170-7594-0F41-8742-0EA7FA38BD4F}" srcOrd="0" destOrd="0" presId="urn:microsoft.com/office/officeart/2005/8/layout/hierarchy1"/>
    <dgm:cxn modelId="{04876861-9F3D-FA43-8B5C-4FF26D3CF5C7}" type="presOf" srcId="{D58B0108-2396-CF4B-B5AA-C9D4D538B65E}" destId="{AEFD8625-3663-A049-8664-1FA23E0C2F51}" srcOrd="0" destOrd="0" presId="urn:microsoft.com/office/officeart/2005/8/layout/hierarchy1"/>
    <dgm:cxn modelId="{FEA0067F-A819-744D-998F-26D3ACD93C99}" srcId="{D98EA9E9-C2DE-E54A-A61C-C5719B642E7C}" destId="{66DB8B3F-92D3-BA44-BCE3-CD6AFD270027}" srcOrd="1" destOrd="0" parTransId="{E21240E5-D301-8946-B2A8-D23B9D7C84EA}" sibTransId="{F98DD3FF-8F92-A643-8841-3E7E35B4D38C}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F8B82AA0-E2EC-E948-AE85-200D56DDB5E9}" type="presOf" srcId="{16E79066-4E76-D048-94E6-2F32D8D95843}" destId="{0126C0DB-B660-B24F-91C8-C8DAE7CF1B62}" srcOrd="0" destOrd="0" presId="urn:microsoft.com/office/officeart/2005/8/layout/hierarchy1"/>
    <dgm:cxn modelId="{F5CFB1B6-4480-D546-A001-CDA874756916}" type="presOf" srcId="{D9D4375C-61E3-6440-B712-871B1A5D76F9}" destId="{67D969BE-B0AF-4D47-B042-3307AC855BE1}" srcOrd="0" destOrd="0" presId="urn:microsoft.com/office/officeart/2005/8/layout/hierarchy1"/>
    <dgm:cxn modelId="{E9BAC8E5-63B8-FA44-8CB9-ABDA094CB346}" type="presOf" srcId="{E21240E5-D301-8946-B2A8-D23B9D7C84EA}" destId="{3AD01770-E9EA-B043-A880-1A3D4E6C9E78}" srcOrd="0" destOrd="0" presId="urn:microsoft.com/office/officeart/2005/8/layout/hierarchy1"/>
    <dgm:cxn modelId="{F9B024E6-F80A-3444-8F22-371C034372EC}" type="presOf" srcId="{FF34FDC8-1359-A14F-8174-68CF6EBE010C}" destId="{CA88BE6A-E66A-5246-8B37-89D2DF3E784D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795199FB-F027-654D-BEF3-4BA53232BF49}" srcId="{208350E6-A568-F144-88FD-843814E69048}" destId="{D58B0108-2396-CF4B-B5AA-C9D4D538B65E}" srcOrd="0" destOrd="0" parTransId="{E1C55671-9177-C147-82C6-757E25AFF8E4}" sibTransId="{EFF99D0F-E82F-BA45-BCB6-28071829E285}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AD0BBA7F-0209-6444-97D8-A7E6E688B44D}" type="presParOf" srcId="{D7FFE878-CBB4-9E40-8F10-BC5A118A83EE}" destId="{67D969BE-B0AF-4D47-B042-3307AC855BE1}" srcOrd="0" destOrd="0" presId="urn:microsoft.com/office/officeart/2005/8/layout/hierarchy1"/>
    <dgm:cxn modelId="{7BC5AB36-3FBC-BD4C-8D66-E3F4ECAB4437}" type="presParOf" srcId="{D7FFE878-CBB4-9E40-8F10-BC5A118A83EE}" destId="{4647660B-FCF7-424B-AF0A-FF5ADC906E97}" srcOrd="1" destOrd="0" presId="urn:microsoft.com/office/officeart/2005/8/layout/hierarchy1"/>
    <dgm:cxn modelId="{CBED96A6-3851-6A4E-94F8-8BFD3313BC38}" type="presParOf" srcId="{4647660B-FCF7-424B-AF0A-FF5ADC906E97}" destId="{85E80EDF-75B4-2C44-A266-F38BB4509580}" srcOrd="0" destOrd="0" presId="urn:microsoft.com/office/officeart/2005/8/layout/hierarchy1"/>
    <dgm:cxn modelId="{AD22B609-8195-F545-8FE6-D84D415BE5B4}" type="presParOf" srcId="{85E80EDF-75B4-2C44-A266-F38BB4509580}" destId="{D15A4FF7-61DB-C041-ACDA-34C82DE8073F}" srcOrd="0" destOrd="0" presId="urn:microsoft.com/office/officeart/2005/8/layout/hierarchy1"/>
    <dgm:cxn modelId="{7969FFFE-5C1E-0249-BB62-E2986D331EFD}" type="presParOf" srcId="{85E80EDF-75B4-2C44-A266-F38BB4509580}" destId="{CA88BE6A-E66A-5246-8B37-89D2DF3E784D}" srcOrd="1" destOrd="0" presId="urn:microsoft.com/office/officeart/2005/8/layout/hierarchy1"/>
    <dgm:cxn modelId="{DCBE147A-E328-A648-948F-2CFEC9631825}" type="presParOf" srcId="{4647660B-FCF7-424B-AF0A-FF5ADC906E97}" destId="{7E970E4E-AD10-8B43-A946-8182CC265A73}" srcOrd="1" destOrd="0" presId="urn:microsoft.com/office/officeart/2005/8/layout/hierarchy1"/>
    <dgm:cxn modelId="{44AAA747-2008-D34B-801B-6048A7BB27A3}" type="presParOf" srcId="{7E970E4E-AD10-8B43-A946-8182CC265A73}" destId="{0126C0DB-B660-B24F-91C8-C8DAE7CF1B62}" srcOrd="0" destOrd="0" presId="urn:microsoft.com/office/officeart/2005/8/layout/hierarchy1"/>
    <dgm:cxn modelId="{01D69297-333C-CE45-82BF-A9494BAE0A39}" type="presParOf" srcId="{7E970E4E-AD10-8B43-A946-8182CC265A73}" destId="{6BE9F5A5-471F-8A4E-BCAC-40BA8ECD51D1}" srcOrd="1" destOrd="0" presId="urn:microsoft.com/office/officeart/2005/8/layout/hierarchy1"/>
    <dgm:cxn modelId="{62A9774C-D242-124A-96D9-04A0817B853C}" type="presParOf" srcId="{6BE9F5A5-471F-8A4E-BCAC-40BA8ECD51D1}" destId="{18BCCCAD-DB37-5941-864B-DB93D8F25C51}" srcOrd="0" destOrd="0" presId="urn:microsoft.com/office/officeart/2005/8/layout/hierarchy1"/>
    <dgm:cxn modelId="{5E0F2434-5F9D-8B4D-9384-9E94ADD65470}" type="presParOf" srcId="{18BCCCAD-DB37-5941-864B-DB93D8F25C51}" destId="{0ABF5889-C075-B64D-8835-608EA85885DD}" srcOrd="0" destOrd="0" presId="urn:microsoft.com/office/officeart/2005/8/layout/hierarchy1"/>
    <dgm:cxn modelId="{9C149971-B2EE-8148-B4D4-B18FE020DDE7}" type="presParOf" srcId="{18BCCCAD-DB37-5941-864B-DB93D8F25C51}" destId="{A4F0A31C-D3D7-C447-9C93-72FFA4911BEB}" srcOrd="1" destOrd="0" presId="urn:microsoft.com/office/officeart/2005/8/layout/hierarchy1"/>
    <dgm:cxn modelId="{B46DDEC1-6D7A-5347-B099-B99833377CDF}" type="presParOf" srcId="{6BE9F5A5-471F-8A4E-BCAC-40BA8ECD51D1}" destId="{D8F260D3-7339-444F-9C02-359EA2F2A54D}" srcOrd="1" destOrd="0" presId="urn:microsoft.com/office/officeart/2005/8/layout/hierarchy1"/>
    <dgm:cxn modelId="{2CA88E5F-1119-B142-A446-2EAAA2A5017F}" type="presParOf" srcId="{D7FFE878-CBB4-9E40-8F10-BC5A118A83EE}" destId="{3AD01770-E9EA-B043-A880-1A3D4E6C9E78}" srcOrd="2" destOrd="0" presId="urn:microsoft.com/office/officeart/2005/8/layout/hierarchy1"/>
    <dgm:cxn modelId="{CAB30BBB-4A9D-384C-9340-FC0F8E4E0BCD}" type="presParOf" srcId="{D7FFE878-CBB4-9E40-8F10-BC5A118A83EE}" destId="{7A92CA9E-8274-3D40-BE8B-FFFA874EBC8D}" srcOrd="3" destOrd="0" presId="urn:microsoft.com/office/officeart/2005/8/layout/hierarchy1"/>
    <dgm:cxn modelId="{083DD282-5B68-164E-90E3-A3188A75BC1A}" type="presParOf" srcId="{7A92CA9E-8274-3D40-BE8B-FFFA874EBC8D}" destId="{F419B11F-1A13-914E-9F99-3D30C4D40470}" srcOrd="0" destOrd="0" presId="urn:microsoft.com/office/officeart/2005/8/layout/hierarchy1"/>
    <dgm:cxn modelId="{97A2F6BE-3105-E540-B80D-3D0DA69489F8}" type="presParOf" srcId="{F419B11F-1A13-914E-9F99-3D30C4D40470}" destId="{EA156820-9959-6641-8697-37CF96B1464A}" srcOrd="0" destOrd="0" presId="urn:microsoft.com/office/officeart/2005/8/layout/hierarchy1"/>
    <dgm:cxn modelId="{34FCEDCD-6920-154A-945D-9BA38C7D71EF}" type="presParOf" srcId="{F419B11F-1A13-914E-9F99-3D30C4D40470}" destId="{B0AF14E6-135D-744F-9FAA-30DE65B26AA1}" srcOrd="1" destOrd="0" presId="urn:microsoft.com/office/officeart/2005/8/layout/hierarchy1"/>
    <dgm:cxn modelId="{906123D9-6F05-B146-902B-28C870DE88A2}" type="presParOf" srcId="{7A92CA9E-8274-3D40-BE8B-FFFA874EBC8D}" destId="{461FE418-9887-654D-81DA-2E1C00BA3BE3}" srcOrd="1" destOrd="0" presId="urn:microsoft.com/office/officeart/2005/8/layout/hierarchy1"/>
    <dgm:cxn modelId="{3CC1C403-39E1-4A44-B5E7-4BB1A7A53C77}" type="presParOf" srcId="{461FE418-9887-654D-81DA-2E1C00BA3BE3}" destId="{E333F24D-EFAF-8643-A3CD-5CBEB609C8C5}" srcOrd="0" destOrd="0" presId="urn:microsoft.com/office/officeart/2005/8/layout/hierarchy1"/>
    <dgm:cxn modelId="{44A453B3-E7CB-1141-9568-E7279AEF3CD8}" type="presParOf" srcId="{461FE418-9887-654D-81DA-2E1C00BA3BE3}" destId="{64D608EA-8B21-E748-BD48-FE74D151B7BD}" srcOrd="1" destOrd="0" presId="urn:microsoft.com/office/officeart/2005/8/layout/hierarchy1"/>
    <dgm:cxn modelId="{5ECDE86B-B09D-E841-8D47-08492B06824F}" type="presParOf" srcId="{64D608EA-8B21-E748-BD48-FE74D151B7BD}" destId="{FA444606-6D7A-9847-9989-3D372646029F}" srcOrd="0" destOrd="0" presId="urn:microsoft.com/office/officeart/2005/8/layout/hierarchy1"/>
    <dgm:cxn modelId="{9D787C89-904C-2A4B-AC4D-04D0D2B3B4EA}" type="presParOf" srcId="{FA444606-6D7A-9847-9989-3D372646029F}" destId="{89730978-1707-6F44-8618-CE82EAAA229A}" srcOrd="0" destOrd="0" presId="urn:microsoft.com/office/officeart/2005/8/layout/hierarchy1"/>
    <dgm:cxn modelId="{30DA9F0C-C459-6E4F-BCEE-657221F75248}" type="presParOf" srcId="{FA444606-6D7A-9847-9989-3D372646029F}" destId="{F0A7ECAA-5EB6-0C48-ADC6-13DBFE1E7AC4}" srcOrd="1" destOrd="0" presId="urn:microsoft.com/office/officeart/2005/8/layout/hierarchy1"/>
    <dgm:cxn modelId="{D81B136B-2EE0-2D4D-82C1-0C96E474531E}" type="presParOf" srcId="{64D608EA-8B21-E748-BD48-FE74D151B7BD}" destId="{7EAE72D0-EC59-5A4A-B73E-539287A96B2C}" srcOrd="1" destOrd="0" presId="urn:microsoft.com/office/officeart/2005/8/layout/hierarchy1"/>
    <dgm:cxn modelId="{97949DDA-1E95-5141-A1A5-23D40C5CAE51}" type="presParOf" srcId="{D7FFE878-CBB4-9E40-8F10-BC5A118A83EE}" destId="{A710C75E-DE0F-CE44-B917-45A24F095EE5}" srcOrd="4" destOrd="0" presId="urn:microsoft.com/office/officeart/2005/8/layout/hierarchy1"/>
    <dgm:cxn modelId="{4C6D896F-61A2-F643-A43F-1976DEBE4AC7}" type="presParOf" srcId="{D7FFE878-CBB4-9E40-8F10-BC5A118A83EE}" destId="{D1B3E81F-9D5F-9F49-9118-B14EBF1FB745}" srcOrd="5" destOrd="0" presId="urn:microsoft.com/office/officeart/2005/8/layout/hierarchy1"/>
    <dgm:cxn modelId="{E01F95FB-4CAC-774C-8455-49161C92521E}" type="presParOf" srcId="{D1B3E81F-9D5F-9F49-9118-B14EBF1FB745}" destId="{26A890F7-B7DC-214A-8FE4-804C8F2588EB}" srcOrd="0" destOrd="0" presId="urn:microsoft.com/office/officeart/2005/8/layout/hierarchy1"/>
    <dgm:cxn modelId="{E3E35A59-5AB5-504A-99F3-CFA178451BA3}" type="presParOf" srcId="{26A890F7-B7DC-214A-8FE4-804C8F2588EB}" destId="{6BBF9E03-778A-C64B-B0FC-F955AAB7012B}" srcOrd="0" destOrd="0" presId="urn:microsoft.com/office/officeart/2005/8/layout/hierarchy1"/>
    <dgm:cxn modelId="{44AB5ADC-A5D9-484F-B820-A36F83FF6A0C}" type="presParOf" srcId="{26A890F7-B7DC-214A-8FE4-804C8F2588EB}" destId="{1B0F1170-7594-0F41-8742-0EA7FA38BD4F}" srcOrd="1" destOrd="0" presId="urn:microsoft.com/office/officeart/2005/8/layout/hierarchy1"/>
    <dgm:cxn modelId="{C0E13A1F-F194-3646-8EDC-0B6A1ADEFB83}" type="presParOf" srcId="{D1B3E81F-9D5F-9F49-9118-B14EBF1FB745}" destId="{BD78B426-F243-604F-A248-BFF4BC5EADD0}" srcOrd="1" destOrd="0" presId="urn:microsoft.com/office/officeart/2005/8/layout/hierarchy1"/>
    <dgm:cxn modelId="{77DD533D-EDAD-124F-AC23-6F6F43939CB2}" type="presParOf" srcId="{BD78B426-F243-604F-A248-BFF4BC5EADD0}" destId="{8C2E1A18-1E60-5A49-BB6D-4BB3696F0155}" srcOrd="0" destOrd="0" presId="urn:microsoft.com/office/officeart/2005/8/layout/hierarchy1"/>
    <dgm:cxn modelId="{FF417CCA-81B3-E14F-A343-1E8CBC37530E}" type="presParOf" srcId="{BD78B426-F243-604F-A248-BFF4BC5EADD0}" destId="{AA094344-E6B6-254F-BF75-177D8ED510C9}" srcOrd="1" destOrd="0" presId="urn:microsoft.com/office/officeart/2005/8/layout/hierarchy1"/>
    <dgm:cxn modelId="{C92022E8-87B9-8843-AF49-E7285CCD7F62}" type="presParOf" srcId="{AA094344-E6B6-254F-BF75-177D8ED510C9}" destId="{CC0866B2-F0E8-EC4B-B88E-211C4EF33E7A}" srcOrd="0" destOrd="0" presId="urn:microsoft.com/office/officeart/2005/8/layout/hierarchy1"/>
    <dgm:cxn modelId="{176B49B1-0074-C14D-853B-4DEA8D47C68E}" type="presParOf" srcId="{CC0866B2-F0E8-EC4B-B88E-211C4EF33E7A}" destId="{87D2986D-8100-844C-BF78-BEFAAAE74F28}" srcOrd="0" destOrd="0" presId="urn:microsoft.com/office/officeart/2005/8/layout/hierarchy1"/>
    <dgm:cxn modelId="{89F1E148-62B8-EF4A-9060-7B9AE7524876}" type="presParOf" srcId="{CC0866B2-F0E8-EC4B-B88E-211C4EF33E7A}" destId="{AEFD8625-3663-A049-8664-1FA23E0C2F51}" srcOrd="1" destOrd="0" presId="urn:microsoft.com/office/officeart/2005/8/layout/hierarchy1"/>
    <dgm:cxn modelId="{0BD55FAB-16F3-DE4D-93E0-88AE5764E619}" type="presParOf" srcId="{AA094344-E6B6-254F-BF75-177D8ED510C9}" destId="{21850D6B-5667-F147-8ECB-70CD4E6B5F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7D000F55-89B4-5B4F-BEEE-7B4109D9F4C1}">
      <dgm:prSet phldrT="[Text]"/>
      <dgm:spPr/>
      <dgm:t>
        <a:bodyPr/>
        <a:lstStyle/>
        <a:p>
          <a:r>
            <a:rPr lang="en-GB" dirty="0"/>
            <a:t>Plot1</a:t>
          </a:r>
        </a:p>
      </dgm:t>
    </dgm:pt>
    <dgm:pt modelId="{D73ABED4-08C0-D046-B3DC-817152779010}" type="parTrans" cxnId="{2180A1B3-3253-FB45-9DBE-F1BD4ADF8FFB}">
      <dgm:prSet/>
      <dgm:spPr/>
      <dgm:t>
        <a:bodyPr/>
        <a:lstStyle/>
        <a:p>
          <a:endParaRPr lang="en-GB"/>
        </a:p>
      </dgm:t>
    </dgm:pt>
    <dgm:pt modelId="{449B851E-573E-8442-8A53-2A50C208BFF9}" type="sibTrans" cxnId="{2180A1B3-3253-FB45-9DBE-F1BD4ADF8FFB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E69D6E49-09CA-204F-A0F3-136F80A4FDA3}">
      <dgm:prSet phldrT="[Text]"/>
      <dgm:spPr/>
      <dgm:t>
        <a:bodyPr/>
        <a:lstStyle/>
        <a:p>
          <a:r>
            <a:rPr lang="en-GB" dirty="0"/>
            <a:t>Plot 2</a:t>
          </a:r>
        </a:p>
      </dgm:t>
    </dgm:pt>
    <dgm:pt modelId="{B6E13E31-A71D-864E-996A-E574629F705E}" type="parTrans" cxnId="{D160EDCF-9030-BC49-9847-1327039D79BB}">
      <dgm:prSet/>
      <dgm:spPr/>
      <dgm:t>
        <a:bodyPr/>
        <a:lstStyle/>
        <a:p>
          <a:endParaRPr lang="en-GB"/>
        </a:p>
      </dgm:t>
    </dgm:pt>
    <dgm:pt modelId="{33DACE6A-48F4-D747-AF30-23143B525182}" type="sibTrans" cxnId="{D160EDCF-9030-BC49-9847-1327039D79BB}">
      <dgm:prSet/>
      <dgm:spPr/>
      <dgm:t>
        <a:bodyPr/>
        <a:lstStyle/>
        <a:p>
          <a:endParaRPr lang="en-GB"/>
        </a:p>
      </dgm:t>
    </dgm:pt>
    <dgm:pt modelId="{330BD10E-CBAD-C04E-B35B-8C0FCA2B37D4}">
      <dgm:prSet/>
      <dgm:spPr/>
      <dgm:t>
        <a:bodyPr/>
        <a:lstStyle/>
        <a:p>
          <a:r>
            <a:rPr lang="en-GB" dirty="0"/>
            <a:t>Plot 3</a:t>
          </a:r>
        </a:p>
      </dgm:t>
    </dgm:pt>
    <dgm:pt modelId="{84CE6675-7ADF-3D42-A126-4E626BFE859B}" type="parTrans" cxnId="{00EA4994-F013-D141-B877-F334DA5A3014}">
      <dgm:prSet/>
      <dgm:spPr/>
      <dgm:t>
        <a:bodyPr/>
        <a:lstStyle/>
        <a:p>
          <a:endParaRPr lang="en-GB"/>
        </a:p>
      </dgm:t>
    </dgm:pt>
    <dgm:pt modelId="{D2608B55-8D18-FC43-8D9E-FC087B92E654}" type="sibTrans" cxnId="{00EA4994-F013-D141-B877-F334DA5A3014}">
      <dgm:prSet/>
      <dgm:spPr/>
      <dgm:t>
        <a:bodyPr/>
        <a:lstStyle/>
        <a:p>
          <a:endParaRPr lang="en-GB"/>
        </a:p>
      </dgm:t>
    </dgm:pt>
    <dgm:pt modelId="{9332CF4A-24F2-BE4E-B439-90066358646B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673C5670-55BE-5549-A371-3AACE1553FDE}" type="parTrans" cxnId="{47C5681F-6CBA-7A45-ABC2-7B0A5CABE2EC}">
      <dgm:prSet/>
      <dgm:spPr/>
      <dgm:t>
        <a:bodyPr/>
        <a:lstStyle/>
        <a:p>
          <a:endParaRPr lang="en-GB"/>
        </a:p>
      </dgm:t>
    </dgm:pt>
    <dgm:pt modelId="{52700B79-9E9A-D24A-B333-F584F3D597F3}" type="sibTrans" cxnId="{47C5681F-6CBA-7A45-ABC2-7B0A5CABE2EC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9EB76B8B-4E65-AF44-A23F-AE12CABCA03C}" type="pres">
      <dgm:prSet presAssocID="{D73ABED4-08C0-D046-B3DC-817152779010}" presName="Name10" presStyleLbl="parChTrans1D2" presStyleIdx="0" presStyleCnt="3"/>
      <dgm:spPr/>
    </dgm:pt>
    <dgm:pt modelId="{1E096E1C-F684-8442-BAC7-D44A374845EC}" type="pres">
      <dgm:prSet presAssocID="{7D000F55-89B4-5B4F-BEEE-7B4109D9F4C1}" presName="hierRoot2" presStyleCnt="0"/>
      <dgm:spPr/>
    </dgm:pt>
    <dgm:pt modelId="{99120076-A97E-BB4F-A6FB-06A24EC44F56}" type="pres">
      <dgm:prSet presAssocID="{7D000F55-89B4-5B4F-BEEE-7B4109D9F4C1}" presName="composite2" presStyleCnt="0"/>
      <dgm:spPr/>
    </dgm:pt>
    <dgm:pt modelId="{97F27D3C-C2B1-E84F-9C0F-B21CA3E33DFB}" type="pres">
      <dgm:prSet presAssocID="{7D000F55-89B4-5B4F-BEEE-7B4109D9F4C1}" presName="background2" presStyleLbl="node2" presStyleIdx="0" presStyleCnt="3"/>
      <dgm:spPr/>
    </dgm:pt>
    <dgm:pt modelId="{061B7240-9C42-E647-8B6D-BF5A712AA335}" type="pres">
      <dgm:prSet presAssocID="{7D000F55-89B4-5B4F-BEEE-7B4109D9F4C1}" presName="text2" presStyleLbl="fgAcc2" presStyleIdx="0" presStyleCnt="3">
        <dgm:presLayoutVars>
          <dgm:chPref val="3"/>
        </dgm:presLayoutVars>
      </dgm:prSet>
      <dgm:spPr/>
    </dgm:pt>
    <dgm:pt modelId="{E539AA6D-C1F4-B344-ABFE-D175C268FAD5}" type="pres">
      <dgm:prSet presAssocID="{7D000F55-89B4-5B4F-BEEE-7B4109D9F4C1}" presName="hierChild3" presStyleCnt="0"/>
      <dgm:spPr/>
    </dgm:pt>
    <dgm:pt modelId="{1B65B4AB-2F61-9D48-A29E-C0875E946BF1}" type="pres">
      <dgm:prSet presAssocID="{D9D4375C-61E3-6440-B712-871B1A5D76F9}" presName="Name17" presStyleLbl="parChTrans1D3" presStyleIdx="0" presStyleCnt="5"/>
      <dgm:spPr/>
    </dgm:pt>
    <dgm:pt modelId="{5D20E1D8-95E0-B545-9735-28334724FDE3}" type="pres">
      <dgm:prSet presAssocID="{FF34FDC8-1359-A14F-8174-68CF6EBE010C}" presName="hierRoot3" presStyleCnt="0"/>
      <dgm:spPr/>
    </dgm:pt>
    <dgm:pt modelId="{168D9EF5-F0EB-B14C-B91E-D1E7EF0B3FBB}" type="pres">
      <dgm:prSet presAssocID="{FF34FDC8-1359-A14F-8174-68CF6EBE010C}" presName="composite3" presStyleCnt="0"/>
      <dgm:spPr/>
    </dgm:pt>
    <dgm:pt modelId="{A654C64B-F590-2E4D-9620-DCB04A5A63D0}" type="pres">
      <dgm:prSet presAssocID="{FF34FDC8-1359-A14F-8174-68CF6EBE010C}" presName="background3" presStyleLbl="node3" presStyleIdx="0" presStyleCnt="5"/>
      <dgm:spPr/>
    </dgm:pt>
    <dgm:pt modelId="{8165CB74-37EA-1E4D-8C4C-C7EB91162601}" type="pres">
      <dgm:prSet presAssocID="{FF34FDC8-1359-A14F-8174-68CF6EBE010C}" presName="text3" presStyleLbl="fgAcc3" presStyleIdx="0" presStyleCnt="5">
        <dgm:presLayoutVars>
          <dgm:chPref val="3"/>
        </dgm:presLayoutVars>
      </dgm:prSet>
      <dgm:spPr/>
    </dgm:pt>
    <dgm:pt modelId="{1AE34948-6A17-F74F-89DB-47042EFD05E7}" type="pres">
      <dgm:prSet presAssocID="{FF34FDC8-1359-A14F-8174-68CF6EBE010C}" presName="hierChild4" presStyleCnt="0"/>
      <dgm:spPr/>
    </dgm:pt>
    <dgm:pt modelId="{0126C0DB-B660-B24F-91C8-C8DAE7CF1B62}" type="pres">
      <dgm:prSet presAssocID="{16E79066-4E76-D048-94E6-2F32D8D95843}" presName="Name17" presStyleLbl="parChTrans1D3" presStyleIdx="1" presStyleCnt="5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1" presStyleCnt="5"/>
      <dgm:spPr/>
    </dgm:pt>
    <dgm:pt modelId="{A4F0A31C-D3D7-C447-9C93-72FFA4911BEB}" type="pres">
      <dgm:prSet presAssocID="{43F75775-0C61-844B-B281-3EE5DDB128D0}" presName="text3" presStyleLbl="fgAcc3" presStyleIdx="1" presStyleCnt="5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AC484524-2FDE-D143-878E-977943084DE9}" type="pres">
      <dgm:prSet presAssocID="{B6E13E31-A71D-864E-996A-E574629F705E}" presName="Name10" presStyleLbl="parChTrans1D2" presStyleIdx="1" presStyleCnt="3"/>
      <dgm:spPr/>
    </dgm:pt>
    <dgm:pt modelId="{39F0EBC7-BD4F-A547-91A7-40800DF80D3F}" type="pres">
      <dgm:prSet presAssocID="{E69D6E49-09CA-204F-A0F3-136F80A4FDA3}" presName="hierRoot2" presStyleCnt="0"/>
      <dgm:spPr/>
    </dgm:pt>
    <dgm:pt modelId="{D8DE85F7-A328-6C45-A1E0-A74697ADE0A8}" type="pres">
      <dgm:prSet presAssocID="{E69D6E49-09CA-204F-A0F3-136F80A4FDA3}" presName="composite2" presStyleCnt="0"/>
      <dgm:spPr/>
    </dgm:pt>
    <dgm:pt modelId="{2EB31786-3247-2347-81F7-621C680A0AE4}" type="pres">
      <dgm:prSet presAssocID="{E69D6E49-09CA-204F-A0F3-136F80A4FDA3}" presName="background2" presStyleLbl="node2" presStyleIdx="1" presStyleCnt="3"/>
      <dgm:spPr/>
    </dgm:pt>
    <dgm:pt modelId="{C67387A3-B822-894B-82E1-E48AEDA4E399}" type="pres">
      <dgm:prSet presAssocID="{E69D6E49-09CA-204F-A0F3-136F80A4FDA3}" presName="text2" presStyleLbl="fgAcc2" presStyleIdx="1" presStyleCnt="3">
        <dgm:presLayoutVars>
          <dgm:chPref val="3"/>
        </dgm:presLayoutVars>
      </dgm:prSet>
      <dgm:spPr/>
    </dgm:pt>
    <dgm:pt modelId="{8F929B28-BEA1-D04A-9EC8-F811B49F1F6B}" type="pres">
      <dgm:prSet presAssocID="{E69D6E49-09CA-204F-A0F3-136F80A4FDA3}" presName="hierChild3" presStyleCnt="0"/>
      <dgm:spPr/>
    </dgm:pt>
    <dgm:pt modelId="{CC0491CF-F086-4945-88CB-4107F7357C00}" type="pres">
      <dgm:prSet presAssocID="{E21240E5-D301-8946-B2A8-D23B9D7C84EA}" presName="Name17" presStyleLbl="parChTrans1D3" presStyleIdx="2" presStyleCnt="5"/>
      <dgm:spPr/>
    </dgm:pt>
    <dgm:pt modelId="{DC73C987-FEC0-4A4F-BDD2-FABE52D2299D}" type="pres">
      <dgm:prSet presAssocID="{66DB8B3F-92D3-BA44-BCE3-CD6AFD270027}" presName="hierRoot3" presStyleCnt="0"/>
      <dgm:spPr/>
    </dgm:pt>
    <dgm:pt modelId="{77C86DF0-A9CA-0A46-A618-FBCCC2CADAB1}" type="pres">
      <dgm:prSet presAssocID="{66DB8B3F-92D3-BA44-BCE3-CD6AFD270027}" presName="composite3" presStyleCnt="0"/>
      <dgm:spPr/>
    </dgm:pt>
    <dgm:pt modelId="{90A233D3-663C-DE4D-B1A9-DBBC8097A5C8}" type="pres">
      <dgm:prSet presAssocID="{66DB8B3F-92D3-BA44-BCE3-CD6AFD270027}" presName="background3" presStyleLbl="node3" presStyleIdx="2" presStyleCnt="5"/>
      <dgm:spPr/>
    </dgm:pt>
    <dgm:pt modelId="{2CC5E522-F17C-E848-9B1E-74CDCD1522AA}" type="pres">
      <dgm:prSet presAssocID="{66DB8B3F-92D3-BA44-BCE3-CD6AFD270027}" presName="text3" presStyleLbl="fgAcc3" presStyleIdx="2" presStyleCnt="5">
        <dgm:presLayoutVars>
          <dgm:chPref val="3"/>
        </dgm:presLayoutVars>
      </dgm:prSet>
      <dgm:spPr/>
    </dgm:pt>
    <dgm:pt modelId="{91BF342F-EAF7-3948-B1E5-D3037872D1A6}" type="pres">
      <dgm:prSet presAssocID="{66DB8B3F-92D3-BA44-BCE3-CD6AFD270027}" presName="hierChild4" presStyleCnt="0"/>
      <dgm:spPr/>
    </dgm:pt>
    <dgm:pt modelId="{E333F24D-EFAF-8643-A3CD-5CBEB609C8C5}" type="pres">
      <dgm:prSet presAssocID="{7A0B4CCA-5B33-E54B-AFC6-25C541130867}" presName="Name17" presStyleLbl="parChTrans1D3" presStyleIdx="3" presStyleCnt="5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3" presStyleCnt="5"/>
      <dgm:spPr/>
    </dgm:pt>
    <dgm:pt modelId="{F0A7ECAA-5EB6-0C48-ADC6-13DBFE1E7AC4}" type="pres">
      <dgm:prSet presAssocID="{2A0478BF-BCE6-B94C-8D7A-692B726293C8}" presName="text3" presStyleLbl="fgAcc3" presStyleIdx="3" presStyleCnt="5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B0C7E17B-B9B2-0C47-BDEE-3C7F5E0F5747}" type="pres">
      <dgm:prSet presAssocID="{84CE6675-7ADF-3D42-A126-4E626BFE859B}" presName="Name10" presStyleLbl="parChTrans1D2" presStyleIdx="2" presStyleCnt="3"/>
      <dgm:spPr/>
    </dgm:pt>
    <dgm:pt modelId="{189A1DD6-9660-0E4C-8444-41AC51318B12}" type="pres">
      <dgm:prSet presAssocID="{330BD10E-CBAD-C04E-B35B-8C0FCA2B37D4}" presName="hierRoot2" presStyleCnt="0"/>
      <dgm:spPr/>
    </dgm:pt>
    <dgm:pt modelId="{AA3299EA-E0C6-DB41-B28B-9390E88D05DF}" type="pres">
      <dgm:prSet presAssocID="{330BD10E-CBAD-C04E-B35B-8C0FCA2B37D4}" presName="composite2" presStyleCnt="0"/>
      <dgm:spPr/>
    </dgm:pt>
    <dgm:pt modelId="{6ACFF2CF-D9A5-6545-800F-3F08F0412B75}" type="pres">
      <dgm:prSet presAssocID="{330BD10E-CBAD-C04E-B35B-8C0FCA2B37D4}" presName="background2" presStyleLbl="node2" presStyleIdx="2" presStyleCnt="3"/>
      <dgm:spPr/>
    </dgm:pt>
    <dgm:pt modelId="{1F7474CA-14DC-3447-AAE6-D8BE9CED8738}" type="pres">
      <dgm:prSet presAssocID="{330BD10E-CBAD-C04E-B35B-8C0FCA2B37D4}" presName="text2" presStyleLbl="fgAcc2" presStyleIdx="2" presStyleCnt="3">
        <dgm:presLayoutVars>
          <dgm:chPref val="3"/>
        </dgm:presLayoutVars>
      </dgm:prSet>
      <dgm:spPr/>
    </dgm:pt>
    <dgm:pt modelId="{7AC650A5-D7B7-6A4D-A164-4FFE1D8B9E7E}" type="pres">
      <dgm:prSet presAssocID="{330BD10E-CBAD-C04E-B35B-8C0FCA2B37D4}" presName="hierChild3" presStyleCnt="0"/>
      <dgm:spPr/>
    </dgm:pt>
    <dgm:pt modelId="{7AC89779-B54A-9542-9678-D8F75A251473}" type="pres">
      <dgm:prSet presAssocID="{673C5670-55BE-5549-A371-3AACE1553FDE}" presName="Name17" presStyleLbl="parChTrans1D3" presStyleIdx="4" presStyleCnt="5"/>
      <dgm:spPr/>
    </dgm:pt>
    <dgm:pt modelId="{F5148818-BA3B-B948-B969-55746B190333}" type="pres">
      <dgm:prSet presAssocID="{9332CF4A-24F2-BE4E-B439-90066358646B}" presName="hierRoot3" presStyleCnt="0"/>
      <dgm:spPr/>
    </dgm:pt>
    <dgm:pt modelId="{B95301C6-7EEC-5541-AD37-36CC20997548}" type="pres">
      <dgm:prSet presAssocID="{9332CF4A-24F2-BE4E-B439-90066358646B}" presName="composite3" presStyleCnt="0"/>
      <dgm:spPr/>
    </dgm:pt>
    <dgm:pt modelId="{D27D71CF-EC17-A345-9CDF-1E9CE9F3597D}" type="pres">
      <dgm:prSet presAssocID="{9332CF4A-24F2-BE4E-B439-90066358646B}" presName="background3" presStyleLbl="node3" presStyleIdx="4" presStyleCnt="5"/>
      <dgm:spPr/>
    </dgm:pt>
    <dgm:pt modelId="{EA75016E-60F8-9D4C-9841-8E93543D0AF1}" type="pres">
      <dgm:prSet presAssocID="{9332CF4A-24F2-BE4E-B439-90066358646B}" presName="text3" presStyleLbl="fgAcc3" presStyleIdx="4" presStyleCnt="5">
        <dgm:presLayoutVars>
          <dgm:chPref val="3"/>
        </dgm:presLayoutVars>
      </dgm:prSet>
      <dgm:spPr/>
    </dgm:pt>
    <dgm:pt modelId="{6D94BDC9-8292-C149-9CE0-B0DC0F521713}" type="pres">
      <dgm:prSet presAssocID="{9332CF4A-24F2-BE4E-B439-90066358646B}" presName="hierChild4" presStyleCnt="0"/>
      <dgm:spPr/>
    </dgm:pt>
  </dgm:ptLst>
  <dgm:cxnLst>
    <dgm:cxn modelId="{B06BCC00-0E87-6C49-8C7C-0125D00117E3}" type="presOf" srcId="{84CE6675-7ADF-3D42-A126-4E626BFE859B}" destId="{B0C7E17B-B9B2-0C47-BDEE-3C7F5E0F5747}" srcOrd="0" destOrd="0" presId="urn:microsoft.com/office/officeart/2005/8/layout/hierarchy1"/>
    <dgm:cxn modelId="{57864906-6CDA-7449-B699-72175AEFF123}" type="presOf" srcId="{D73ABED4-08C0-D046-B3DC-817152779010}" destId="{9EB76B8B-4E65-AF44-A23F-AE12CABCA03C}" srcOrd="0" destOrd="0" presId="urn:microsoft.com/office/officeart/2005/8/layout/hierarchy1"/>
    <dgm:cxn modelId="{01C60C18-959F-874F-B694-FA4B519AD848}" srcId="{7D000F55-89B4-5B4F-BEEE-7B4109D9F4C1}" destId="{43F75775-0C61-844B-B281-3EE5DDB128D0}" srcOrd="1" destOrd="0" parTransId="{16E79066-4E76-D048-94E6-2F32D8D95843}" sibTransId="{EC984D0E-E13D-DB49-8619-0425FD8B578E}"/>
    <dgm:cxn modelId="{AD5F1419-C03F-0B49-B58E-30D62BBCA41A}" type="presOf" srcId="{E69D6E49-09CA-204F-A0F3-136F80A4FDA3}" destId="{C67387A3-B822-894B-82E1-E48AEDA4E399}" srcOrd="0" destOrd="0" presId="urn:microsoft.com/office/officeart/2005/8/layout/hierarchy1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47C5681F-6CBA-7A45-ABC2-7B0A5CABE2EC}" srcId="{330BD10E-CBAD-C04E-B35B-8C0FCA2B37D4}" destId="{9332CF4A-24F2-BE4E-B439-90066358646B}" srcOrd="0" destOrd="0" parTransId="{673C5670-55BE-5549-A371-3AACE1553FDE}" sibTransId="{52700B79-9E9A-D24A-B333-F584F3D597F3}"/>
    <dgm:cxn modelId="{6F028B23-9008-314A-8078-E896026D8555}" type="presOf" srcId="{16E79066-4E76-D048-94E6-2F32D8D95843}" destId="{0126C0DB-B660-B24F-91C8-C8DAE7CF1B62}" srcOrd="0" destOrd="0" presId="urn:microsoft.com/office/officeart/2005/8/layout/hierarchy1"/>
    <dgm:cxn modelId="{FB7EF529-B161-EA41-BD4C-B1C1781578F2}" srcId="{E69D6E49-09CA-204F-A0F3-136F80A4FDA3}" destId="{2A0478BF-BCE6-B94C-8D7A-692B726293C8}" srcOrd="1" destOrd="0" parTransId="{7A0B4CCA-5B33-E54B-AFC6-25C541130867}" sibTransId="{B9660292-CA70-F347-989F-3B3FD71B26BA}"/>
    <dgm:cxn modelId="{B7C9D344-3888-5643-9C51-C0D411A58E91}" type="presOf" srcId="{E21240E5-D301-8946-B2A8-D23B9D7C84EA}" destId="{CC0491CF-F086-4945-88CB-4107F7357C00}" srcOrd="0" destOrd="0" presId="urn:microsoft.com/office/officeart/2005/8/layout/hierarchy1"/>
    <dgm:cxn modelId="{7E4F7F53-072B-8748-BF27-92ED7F5ED58E}" type="presOf" srcId="{D9D4375C-61E3-6440-B712-871B1A5D76F9}" destId="{1B65B4AB-2F61-9D48-A29E-C0875E946BF1}" srcOrd="0" destOrd="0" presId="urn:microsoft.com/office/officeart/2005/8/layout/hierarchy1"/>
    <dgm:cxn modelId="{F390E15A-EC8B-CC44-A6B1-0916F35AB2DD}" srcId="{7D000F55-89B4-5B4F-BEEE-7B4109D9F4C1}" destId="{FF34FDC8-1359-A14F-8174-68CF6EBE010C}" srcOrd="0" destOrd="0" parTransId="{D9D4375C-61E3-6440-B712-871B1A5D76F9}" sibTransId="{697B37B1-C4B3-9E4E-A4E2-697303AD1403}"/>
    <dgm:cxn modelId="{FEA0067F-A819-744D-998F-26D3ACD93C99}" srcId="{E69D6E49-09CA-204F-A0F3-136F80A4FDA3}" destId="{66DB8B3F-92D3-BA44-BCE3-CD6AFD270027}" srcOrd="0" destOrd="0" parTransId="{E21240E5-D301-8946-B2A8-D23B9D7C84EA}" sibTransId="{F98DD3FF-8F92-A643-8841-3E7E35B4D38C}"/>
    <dgm:cxn modelId="{B6DD397F-9742-9648-999D-720FBA66F4B8}" type="presOf" srcId="{B6E13E31-A71D-864E-996A-E574629F705E}" destId="{AC484524-2FDE-D143-878E-977943084DE9}" srcOrd="0" destOrd="0" presId="urn:microsoft.com/office/officeart/2005/8/layout/hierarchy1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C852AC8E-A08B-F840-B03C-A2F6318582A2}" type="presOf" srcId="{330BD10E-CBAD-C04E-B35B-8C0FCA2B37D4}" destId="{1F7474CA-14DC-3447-AAE6-D8BE9CED8738}" srcOrd="0" destOrd="0" presId="urn:microsoft.com/office/officeart/2005/8/layout/hierarchy1"/>
    <dgm:cxn modelId="{00EA4994-F013-D141-B877-F334DA5A3014}" srcId="{D98EA9E9-C2DE-E54A-A61C-C5719B642E7C}" destId="{330BD10E-CBAD-C04E-B35B-8C0FCA2B37D4}" srcOrd="2" destOrd="0" parTransId="{84CE6675-7ADF-3D42-A126-4E626BFE859B}" sibTransId="{D2608B55-8D18-FC43-8D9E-FC087B92E654}"/>
    <dgm:cxn modelId="{CC756C98-3C3E-7845-AE10-8A08C7877121}" type="presOf" srcId="{2A0478BF-BCE6-B94C-8D7A-692B726293C8}" destId="{F0A7ECAA-5EB6-0C48-ADC6-13DBFE1E7AC4}" srcOrd="0" destOrd="0" presId="urn:microsoft.com/office/officeart/2005/8/layout/hierarchy1"/>
    <dgm:cxn modelId="{1794859E-1840-A443-84FC-4191D3B80B63}" type="presOf" srcId="{9332CF4A-24F2-BE4E-B439-90066358646B}" destId="{EA75016E-60F8-9D4C-9841-8E93543D0AF1}" srcOrd="0" destOrd="0" presId="urn:microsoft.com/office/officeart/2005/8/layout/hierarchy1"/>
    <dgm:cxn modelId="{A2C48BAC-838A-E94A-9AD2-8E33E97F791F}" type="presOf" srcId="{FF34FDC8-1359-A14F-8174-68CF6EBE010C}" destId="{8165CB74-37EA-1E4D-8C4C-C7EB91162601}" srcOrd="0" destOrd="0" presId="urn:microsoft.com/office/officeart/2005/8/layout/hierarchy1"/>
    <dgm:cxn modelId="{2180A1B3-3253-FB45-9DBE-F1BD4ADF8FFB}" srcId="{D98EA9E9-C2DE-E54A-A61C-C5719B642E7C}" destId="{7D000F55-89B4-5B4F-BEEE-7B4109D9F4C1}" srcOrd="0" destOrd="0" parTransId="{D73ABED4-08C0-D046-B3DC-817152779010}" sibTransId="{449B851E-573E-8442-8A53-2A50C208BFF9}"/>
    <dgm:cxn modelId="{8CA469B5-D485-124C-84C2-0B262B073EB8}" type="presOf" srcId="{43F75775-0C61-844B-B281-3EE5DDB128D0}" destId="{A4F0A31C-D3D7-C447-9C93-72FFA4911BEB}" srcOrd="0" destOrd="0" presId="urn:microsoft.com/office/officeart/2005/8/layout/hierarchy1"/>
    <dgm:cxn modelId="{5FFDBEC3-099D-D74A-8DAC-E545977C1982}" type="presOf" srcId="{7A0B4CCA-5B33-E54B-AFC6-25C541130867}" destId="{E333F24D-EFAF-8643-A3CD-5CBEB609C8C5}" srcOrd="0" destOrd="0" presId="urn:microsoft.com/office/officeart/2005/8/layout/hierarchy1"/>
    <dgm:cxn modelId="{7BB0F5C9-6B1E-B04E-B712-702EFAD746DC}" type="presOf" srcId="{673C5670-55BE-5549-A371-3AACE1553FDE}" destId="{7AC89779-B54A-9542-9678-D8F75A251473}" srcOrd="0" destOrd="0" presId="urn:microsoft.com/office/officeart/2005/8/layout/hierarchy1"/>
    <dgm:cxn modelId="{D160EDCF-9030-BC49-9847-1327039D79BB}" srcId="{D98EA9E9-C2DE-E54A-A61C-C5719B642E7C}" destId="{E69D6E49-09CA-204F-A0F3-136F80A4FDA3}" srcOrd="1" destOrd="0" parTransId="{B6E13E31-A71D-864E-996A-E574629F705E}" sibTransId="{33DACE6A-48F4-D747-AF30-23143B525182}"/>
    <dgm:cxn modelId="{DACA82D7-B4EA-6243-94CF-B511E28C36E9}" type="presOf" srcId="{66DB8B3F-92D3-BA44-BCE3-CD6AFD270027}" destId="{2CC5E522-F17C-E848-9B1E-74CDCD1522AA}" srcOrd="0" destOrd="0" presId="urn:microsoft.com/office/officeart/2005/8/layout/hierarchy1"/>
    <dgm:cxn modelId="{F5B61EE6-D92C-DB4C-A3D3-2E9F912FF1F3}" type="presOf" srcId="{7D000F55-89B4-5B4F-BEEE-7B4109D9F4C1}" destId="{061B7240-9C42-E647-8B6D-BF5A712AA335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80793613-B66E-314D-AE95-0ED632B4CFAE}" type="presParOf" srcId="{D7FFE878-CBB4-9E40-8F10-BC5A118A83EE}" destId="{9EB76B8B-4E65-AF44-A23F-AE12CABCA03C}" srcOrd="0" destOrd="0" presId="urn:microsoft.com/office/officeart/2005/8/layout/hierarchy1"/>
    <dgm:cxn modelId="{E90B8D97-D091-8A40-8DA8-C260ECCED42D}" type="presParOf" srcId="{D7FFE878-CBB4-9E40-8F10-BC5A118A83EE}" destId="{1E096E1C-F684-8442-BAC7-D44A374845EC}" srcOrd="1" destOrd="0" presId="urn:microsoft.com/office/officeart/2005/8/layout/hierarchy1"/>
    <dgm:cxn modelId="{259D1BED-D431-9747-AE96-ECE9CE271E86}" type="presParOf" srcId="{1E096E1C-F684-8442-BAC7-D44A374845EC}" destId="{99120076-A97E-BB4F-A6FB-06A24EC44F56}" srcOrd="0" destOrd="0" presId="urn:microsoft.com/office/officeart/2005/8/layout/hierarchy1"/>
    <dgm:cxn modelId="{27D25818-FDBE-1C4C-884C-4A287D714B6C}" type="presParOf" srcId="{99120076-A97E-BB4F-A6FB-06A24EC44F56}" destId="{97F27D3C-C2B1-E84F-9C0F-B21CA3E33DFB}" srcOrd="0" destOrd="0" presId="urn:microsoft.com/office/officeart/2005/8/layout/hierarchy1"/>
    <dgm:cxn modelId="{DD52C07B-2D17-D542-A3A9-7261808C1994}" type="presParOf" srcId="{99120076-A97E-BB4F-A6FB-06A24EC44F56}" destId="{061B7240-9C42-E647-8B6D-BF5A712AA335}" srcOrd="1" destOrd="0" presId="urn:microsoft.com/office/officeart/2005/8/layout/hierarchy1"/>
    <dgm:cxn modelId="{27F561E0-C699-B444-AB29-86B579058850}" type="presParOf" srcId="{1E096E1C-F684-8442-BAC7-D44A374845EC}" destId="{E539AA6D-C1F4-B344-ABFE-D175C268FAD5}" srcOrd="1" destOrd="0" presId="urn:microsoft.com/office/officeart/2005/8/layout/hierarchy1"/>
    <dgm:cxn modelId="{CA880DCA-77EF-9E44-890D-4C9165062142}" type="presParOf" srcId="{E539AA6D-C1F4-B344-ABFE-D175C268FAD5}" destId="{1B65B4AB-2F61-9D48-A29E-C0875E946BF1}" srcOrd="0" destOrd="0" presId="urn:microsoft.com/office/officeart/2005/8/layout/hierarchy1"/>
    <dgm:cxn modelId="{FFA8B13B-E8AF-6844-9EAC-FD97AD875807}" type="presParOf" srcId="{E539AA6D-C1F4-B344-ABFE-D175C268FAD5}" destId="{5D20E1D8-95E0-B545-9735-28334724FDE3}" srcOrd="1" destOrd="0" presId="urn:microsoft.com/office/officeart/2005/8/layout/hierarchy1"/>
    <dgm:cxn modelId="{B72CEA35-BD88-2641-9DC7-194C20CFFE1E}" type="presParOf" srcId="{5D20E1D8-95E0-B545-9735-28334724FDE3}" destId="{168D9EF5-F0EB-B14C-B91E-D1E7EF0B3FBB}" srcOrd="0" destOrd="0" presId="urn:microsoft.com/office/officeart/2005/8/layout/hierarchy1"/>
    <dgm:cxn modelId="{6350C1C1-BBC0-8C42-A58D-9F55A2DB6A6D}" type="presParOf" srcId="{168D9EF5-F0EB-B14C-B91E-D1E7EF0B3FBB}" destId="{A654C64B-F590-2E4D-9620-DCB04A5A63D0}" srcOrd="0" destOrd="0" presId="urn:microsoft.com/office/officeart/2005/8/layout/hierarchy1"/>
    <dgm:cxn modelId="{D7C1C23E-081A-0044-97D0-6C9DECA08B67}" type="presParOf" srcId="{168D9EF5-F0EB-B14C-B91E-D1E7EF0B3FBB}" destId="{8165CB74-37EA-1E4D-8C4C-C7EB91162601}" srcOrd="1" destOrd="0" presId="urn:microsoft.com/office/officeart/2005/8/layout/hierarchy1"/>
    <dgm:cxn modelId="{8667EB57-654C-E149-BBE7-880E59573820}" type="presParOf" srcId="{5D20E1D8-95E0-B545-9735-28334724FDE3}" destId="{1AE34948-6A17-F74F-89DB-47042EFD05E7}" srcOrd="1" destOrd="0" presId="urn:microsoft.com/office/officeart/2005/8/layout/hierarchy1"/>
    <dgm:cxn modelId="{E04F6F97-7D8C-5242-8090-916C67839761}" type="presParOf" srcId="{E539AA6D-C1F4-B344-ABFE-D175C268FAD5}" destId="{0126C0DB-B660-B24F-91C8-C8DAE7CF1B62}" srcOrd="2" destOrd="0" presId="urn:microsoft.com/office/officeart/2005/8/layout/hierarchy1"/>
    <dgm:cxn modelId="{05B76058-5847-4844-8723-5DF302591B51}" type="presParOf" srcId="{E539AA6D-C1F4-B344-ABFE-D175C268FAD5}" destId="{6BE9F5A5-471F-8A4E-BCAC-40BA8ECD51D1}" srcOrd="3" destOrd="0" presId="urn:microsoft.com/office/officeart/2005/8/layout/hierarchy1"/>
    <dgm:cxn modelId="{6BEDAD3A-9356-534C-8B7B-153F60197633}" type="presParOf" srcId="{6BE9F5A5-471F-8A4E-BCAC-40BA8ECD51D1}" destId="{18BCCCAD-DB37-5941-864B-DB93D8F25C51}" srcOrd="0" destOrd="0" presId="urn:microsoft.com/office/officeart/2005/8/layout/hierarchy1"/>
    <dgm:cxn modelId="{A750BEA2-BF3F-A24E-8211-038BC59C3D98}" type="presParOf" srcId="{18BCCCAD-DB37-5941-864B-DB93D8F25C51}" destId="{0ABF5889-C075-B64D-8835-608EA85885DD}" srcOrd="0" destOrd="0" presId="urn:microsoft.com/office/officeart/2005/8/layout/hierarchy1"/>
    <dgm:cxn modelId="{69B14C2F-3D99-504D-A77A-151EE8FFD445}" type="presParOf" srcId="{18BCCCAD-DB37-5941-864B-DB93D8F25C51}" destId="{A4F0A31C-D3D7-C447-9C93-72FFA4911BEB}" srcOrd="1" destOrd="0" presId="urn:microsoft.com/office/officeart/2005/8/layout/hierarchy1"/>
    <dgm:cxn modelId="{D086363A-6FBF-F744-923C-D67A935AA3A2}" type="presParOf" srcId="{6BE9F5A5-471F-8A4E-BCAC-40BA8ECD51D1}" destId="{D8F260D3-7339-444F-9C02-359EA2F2A54D}" srcOrd="1" destOrd="0" presId="urn:microsoft.com/office/officeart/2005/8/layout/hierarchy1"/>
    <dgm:cxn modelId="{0380D67F-C32D-7647-962A-77EFF952A894}" type="presParOf" srcId="{D7FFE878-CBB4-9E40-8F10-BC5A118A83EE}" destId="{AC484524-2FDE-D143-878E-977943084DE9}" srcOrd="2" destOrd="0" presId="urn:microsoft.com/office/officeart/2005/8/layout/hierarchy1"/>
    <dgm:cxn modelId="{7F04FFDE-A565-7247-AF3B-7146E333E8F9}" type="presParOf" srcId="{D7FFE878-CBB4-9E40-8F10-BC5A118A83EE}" destId="{39F0EBC7-BD4F-A547-91A7-40800DF80D3F}" srcOrd="3" destOrd="0" presId="urn:microsoft.com/office/officeart/2005/8/layout/hierarchy1"/>
    <dgm:cxn modelId="{30BB69AE-CD6B-5344-8189-DEF846B2919E}" type="presParOf" srcId="{39F0EBC7-BD4F-A547-91A7-40800DF80D3F}" destId="{D8DE85F7-A328-6C45-A1E0-A74697ADE0A8}" srcOrd="0" destOrd="0" presId="urn:microsoft.com/office/officeart/2005/8/layout/hierarchy1"/>
    <dgm:cxn modelId="{586048EB-C83C-9845-AF93-E35CC46C4DE7}" type="presParOf" srcId="{D8DE85F7-A328-6C45-A1E0-A74697ADE0A8}" destId="{2EB31786-3247-2347-81F7-621C680A0AE4}" srcOrd="0" destOrd="0" presId="urn:microsoft.com/office/officeart/2005/8/layout/hierarchy1"/>
    <dgm:cxn modelId="{D7F40A58-031D-4E47-B859-E5BF75DD6736}" type="presParOf" srcId="{D8DE85F7-A328-6C45-A1E0-A74697ADE0A8}" destId="{C67387A3-B822-894B-82E1-E48AEDA4E399}" srcOrd="1" destOrd="0" presId="urn:microsoft.com/office/officeart/2005/8/layout/hierarchy1"/>
    <dgm:cxn modelId="{8B2446DE-8929-7C49-8AC2-22FDEDE436FD}" type="presParOf" srcId="{39F0EBC7-BD4F-A547-91A7-40800DF80D3F}" destId="{8F929B28-BEA1-D04A-9EC8-F811B49F1F6B}" srcOrd="1" destOrd="0" presId="urn:microsoft.com/office/officeart/2005/8/layout/hierarchy1"/>
    <dgm:cxn modelId="{49F444C7-7329-7945-97BE-03376C83EEEB}" type="presParOf" srcId="{8F929B28-BEA1-D04A-9EC8-F811B49F1F6B}" destId="{CC0491CF-F086-4945-88CB-4107F7357C00}" srcOrd="0" destOrd="0" presId="urn:microsoft.com/office/officeart/2005/8/layout/hierarchy1"/>
    <dgm:cxn modelId="{97D87492-D092-5644-B4E5-4D73A08FB297}" type="presParOf" srcId="{8F929B28-BEA1-D04A-9EC8-F811B49F1F6B}" destId="{DC73C987-FEC0-4A4F-BDD2-FABE52D2299D}" srcOrd="1" destOrd="0" presId="urn:microsoft.com/office/officeart/2005/8/layout/hierarchy1"/>
    <dgm:cxn modelId="{A855E96A-E3B0-F445-A742-FB9F4BFB0243}" type="presParOf" srcId="{DC73C987-FEC0-4A4F-BDD2-FABE52D2299D}" destId="{77C86DF0-A9CA-0A46-A618-FBCCC2CADAB1}" srcOrd="0" destOrd="0" presId="urn:microsoft.com/office/officeart/2005/8/layout/hierarchy1"/>
    <dgm:cxn modelId="{FC6CD066-3290-3E4C-B777-25B7BF8B5A8C}" type="presParOf" srcId="{77C86DF0-A9CA-0A46-A618-FBCCC2CADAB1}" destId="{90A233D3-663C-DE4D-B1A9-DBBC8097A5C8}" srcOrd="0" destOrd="0" presId="urn:microsoft.com/office/officeart/2005/8/layout/hierarchy1"/>
    <dgm:cxn modelId="{420154E0-2523-5841-A68D-93B8985069F6}" type="presParOf" srcId="{77C86DF0-A9CA-0A46-A618-FBCCC2CADAB1}" destId="{2CC5E522-F17C-E848-9B1E-74CDCD1522AA}" srcOrd="1" destOrd="0" presId="urn:microsoft.com/office/officeart/2005/8/layout/hierarchy1"/>
    <dgm:cxn modelId="{874069A7-E013-BD47-8B3D-FB3DA46EF692}" type="presParOf" srcId="{DC73C987-FEC0-4A4F-BDD2-FABE52D2299D}" destId="{91BF342F-EAF7-3948-B1E5-D3037872D1A6}" srcOrd="1" destOrd="0" presId="urn:microsoft.com/office/officeart/2005/8/layout/hierarchy1"/>
    <dgm:cxn modelId="{596E33D0-5E8E-9342-8031-6E27B1E9C301}" type="presParOf" srcId="{8F929B28-BEA1-D04A-9EC8-F811B49F1F6B}" destId="{E333F24D-EFAF-8643-A3CD-5CBEB609C8C5}" srcOrd="2" destOrd="0" presId="urn:microsoft.com/office/officeart/2005/8/layout/hierarchy1"/>
    <dgm:cxn modelId="{3A204DBF-C3BF-9E4B-A78D-F1DE82F410A7}" type="presParOf" srcId="{8F929B28-BEA1-D04A-9EC8-F811B49F1F6B}" destId="{64D608EA-8B21-E748-BD48-FE74D151B7BD}" srcOrd="3" destOrd="0" presId="urn:microsoft.com/office/officeart/2005/8/layout/hierarchy1"/>
    <dgm:cxn modelId="{A887DBF5-13B9-8947-BBBE-89F8D5E5FCB2}" type="presParOf" srcId="{64D608EA-8B21-E748-BD48-FE74D151B7BD}" destId="{FA444606-6D7A-9847-9989-3D372646029F}" srcOrd="0" destOrd="0" presId="urn:microsoft.com/office/officeart/2005/8/layout/hierarchy1"/>
    <dgm:cxn modelId="{7C5C8E86-6280-B04B-9DE5-7DA2A9477E96}" type="presParOf" srcId="{FA444606-6D7A-9847-9989-3D372646029F}" destId="{89730978-1707-6F44-8618-CE82EAAA229A}" srcOrd="0" destOrd="0" presId="urn:microsoft.com/office/officeart/2005/8/layout/hierarchy1"/>
    <dgm:cxn modelId="{85A601C2-2898-7044-8DB8-63AFF2F0B328}" type="presParOf" srcId="{FA444606-6D7A-9847-9989-3D372646029F}" destId="{F0A7ECAA-5EB6-0C48-ADC6-13DBFE1E7AC4}" srcOrd="1" destOrd="0" presId="urn:microsoft.com/office/officeart/2005/8/layout/hierarchy1"/>
    <dgm:cxn modelId="{8F19C877-CADF-B442-A0C5-A52E041D3297}" type="presParOf" srcId="{64D608EA-8B21-E748-BD48-FE74D151B7BD}" destId="{7EAE72D0-EC59-5A4A-B73E-539287A96B2C}" srcOrd="1" destOrd="0" presId="urn:microsoft.com/office/officeart/2005/8/layout/hierarchy1"/>
    <dgm:cxn modelId="{2DAC92E5-AEA3-FD47-9F12-1AC9600E9D39}" type="presParOf" srcId="{D7FFE878-CBB4-9E40-8F10-BC5A118A83EE}" destId="{B0C7E17B-B9B2-0C47-BDEE-3C7F5E0F5747}" srcOrd="4" destOrd="0" presId="urn:microsoft.com/office/officeart/2005/8/layout/hierarchy1"/>
    <dgm:cxn modelId="{5326BDE7-50F9-C141-8BCB-6D0E09178506}" type="presParOf" srcId="{D7FFE878-CBB4-9E40-8F10-BC5A118A83EE}" destId="{189A1DD6-9660-0E4C-8444-41AC51318B12}" srcOrd="5" destOrd="0" presId="urn:microsoft.com/office/officeart/2005/8/layout/hierarchy1"/>
    <dgm:cxn modelId="{2ADC9BE4-13B7-284C-8922-2AC6B6F50EC5}" type="presParOf" srcId="{189A1DD6-9660-0E4C-8444-41AC51318B12}" destId="{AA3299EA-E0C6-DB41-B28B-9390E88D05DF}" srcOrd="0" destOrd="0" presId="urn:microsoft.com/office/officeart/2005/8/layout/hierarchy1"/>
    <dgm:cxn modelId="{C89D7BEA-71EB-174F-9169-CCEBAB65F249}" type="presParOf" srcId="{AA3299EA-E0C6-DB41-B28B-9390E88D05DF}" destId="{6ACFF2CF-D9A5-6545-800F-3F08F0412B75}" srcOrd="0" destOrd="0" presId="urn:microsoft.com/office/officeart/2005/8/layout/hierarchy1"/>
    <dgm:cxn modelId="{1885BE7A-7A84-3340-AE01-C98D8AA82977}" type="presParOf" srcId="{AA3299EA-E0C6-DB41-B28B-9390E88D05DF}" destId="{1F7474CA-14DC-3447-AAE6-D8BE9CED8738}" srcOrd="1" destOrd="0" presId="urn:microsoft.com/office/officeart/2005/8/layout/hierarchy1"/>
    <dgm:cxn modelId="{3AABE268-6A71-BB4C-984F-8388D711D567}" type="presParOf" srcId="{189A1DD6-9660-0E4C-8444-41AC51318B12}" destId="{7AC650A5-D7B7-6A4D-A164-4FFE1D8B9E7E}" srcOrd="1" destOrd="0" presId="urn:microsoft.com/office/officeart/2005/8/layout/hierarchy1"/>
    <dgm:cxn modelId="{413BDE8F-30C2-584B-9331-A0C2F8E11D3E}" type="presParOf" srcId="{7AC650A5-D7B7-6A4D-A164-4FFE1D8B9E7E}" destId="{7AC89779-B54A-9542-9678-D8F75A251473}" srcOrd="0" destOrd="0" presId="urn:microsoft.com/office/officeart/2005/8/layout/hierarchy1"/>
    <dgm:cxn modelId="{714A135D-AEE4-194F-BF09-9BE8F915D9BB}" type="presParOf" srcId="{7AC650A5-D7B7-6A4D-A164-4FFE1D8B9E7E}" destId="{F5148818-BA3B-B948-B969-55746B190333}" srcOrd="1" destOrd="0" presId="urn:microsoft.com/office/officeart/2005/8/layout/hierarchy1"/>
    <dgm:cxn modelId="{E2256E50-895B-F046-AC5E-F254E508F486}" type="presParOf" srcId="{F5148818-BA3B-B948-B969-55746B190333}" destId="{B95301C6-7EEC-5541-AD37-36CC20997548}" srcOrd="0" destOrd="0" presId="urn:microsoft.com/office/officeart/2005/8/layout/hierarchy1"/>
    <dgm:cxn modelId="{AC4F5F5D-11B9-374B-9A04-2483CA7170C0}" type="presParOf" srcId="{B95301C6-7EEC-5541-AD37-36CC20997548}" destId="{D27D71CF-EC17-A345-9CDF-1E9CE9F3597D}" srcOrd="0" destOrd="0" presId="urn:microsoft.com/office/officeart/2005/8/layout/hierarchy1"/>
    <dgm:cxn modelId="{26BF3D47-06B9-E744-BF53-0409269B2E51}" type="presParOf" srcId="{B95301C6-7EEC-5541-AD37-36CC20997548}" destId="{EA75016E-60F8-9D4C-9841-8E93543D0AF1}" srcOrd="1" destOrd="0" presId="urn:microsoft.com/office/officeart/2005/8/layout/hierarchy1"/>
    <dgm:cxn modelId="{F46AA33B-C687-A04A-BFE0-8B7BE17B8291}" type="presParOf" srcId="{F5148818-BA3B-B948-B969-55746B190333}" destId="{6D94BDC9-8292-C149-9CE0-B0DC0F5217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13E23C-F7C5-7A48-8B5B-7E1AFEE0CA63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98EA9E9-C2DE-E54A-A61C-C5719B642E7C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77EE33D0-7BBB-7B44-9440-397712963AA9}" type="parTrans" cxnId="{63252F86-9616-364B-9E06-2802228964F4}">
      <dgm:prSet/>
      <dgm:spPr/>
      <dgm:t>
        <a:bodyPr/>
        <a:lstStyle/>
        <a:p>
          <a:endParaRPr lang="en-GB"/>
        </a:p>
      </dgm:t>
    </dgm:pt>
    <dgm:pt modelId="{83E90ECB-5C28-7C47-AE0F-A7DD6B9AF990}" type="sibTrans" cxnId="{63252F86-9616-364B-9E06-2802228964F4}">
      <dgm:prSet/>
      <dgm:spPr/>
      <dgm:t>
        <a:bodyPr/>
        <a:lstStyle/>
        <a:p>
          <a:endParaRPr lang="en-GB"/>
        </a:p>
      </dgm:t>
    </dgm:pt>
    <dgm:pt modelId="{43F75775-0C61-844B-B281-3EE5DDB128D0}">
      <dgm:prSet phldrT="[Text]"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16E79066-4E76-D048-94E6-2F32D8D95843}" type="parTrans" cxnId="{01C60C18-959F-874F-B694-FA4B519AD848}">
      <dgm:prSet/>
      <dgm:spPr/>
      <dgm:t>
        <a:bodyPr/>
        <a:lstStyle/>
        <a:p>
          <a:endParaRPr lang="en-GB"/>
        </a:p>
      </dgm:t>
    </dgm:pt>
    <dgm:pt modelId="{EC984D0E-E13D-DB49-8619-0425FD8B578E}" type="sibTrans" cxnId="{01C60C18-959F-874F-B694-FA4B519AD848}">
      <dgm:prSet/>
      <dgm:spPr/>
      <dgm:t>
        <a:bodyPr/>
        <a:lstStyle/>
        <a:p>
          <a:endParaRPr lang="en-GB"/>
        </a:p>
      </dgm:t>
    </dgm:pt>
    <dgm:pt modelId="{FF34FDC8-1359-A14F-8174-68CF6EBE010C}">
      <dgm:prSet phldrT="[Text]"/>
      <dgm:spPr/>
      <dgm:t>
        <a:bodyPr/>
        <a:lstStyle/>
        <a:p>
          <a:r>
            <a:rPr lang="en-GB" dirty="0"/>
            <a:t>Plot 4</a:t>
          </a:r>
        </a:p>
      </dgm:t>
    </dgm:pt>
    <dgm:pt modelId="{D9D4375C-61E3-6440-B712-871B1A5D76F9}" type="parTrans" cxnId="{F390E15A-EC8B-CC44-A6B1-0916F35AB2DD}">
      <dgm:prSet/>
      <dgm:spPr/>
      <dgm:t>
        <a:bodyPr/>
        <a:lstStyle/>
        <a:p>
          <a:endParaRPr lang="en-GB"/>
        </a:p>
      </dgm:t>
    </dgm:pt>
    <dgm:pt modelId="{697B37B1-C4B3-9E4E-A4E2-697303AD1403}" type="sibTrans" cxnId="{F390E15A-EC8B-CC44-A6B1-0916F35AB2DD}">
      <dgm:prSet/>
      <dgm:spPr/>
      <dgm:t>
        <a:bodyPr/>
        <a:lstStyle/>
        <a:p>
          <a:endParaRPr lang="en-GB"/>
        </a:p>
      </dgm:t>
    </dgm:pt>
    <dgm:pt modelId="{66DB8B3F-92D3-BA44-BCE3-CD6AFD270027}">
      <dgm:prSet/>
      <dgm:spPr/>
      <dgm:t>
        <a:bodyPr/>
        <a:lstStyle/>
        <a:p>
          <a:r>
            <a:rPr lang="en-GB" dirty="0"/>
            <a:t>Plot 5</a:t>
          </a:r>
        </a:p>
      </dgm:t>
    </dgm:pt>
    <dgm:pt modelId="{E21240E5-D301-8946-B2A8-D23B9D7C84EA}" type="parTrans" cxnId="{FEA0067F-A819-744D-998F-26D3ACD93C99}">
      <dgm:prSet/>
      <dgm:spPr/>
      <dgm:t>
        <a:bodyPr/>
        <a:lstStyle/>
        <a:p>
          <a:endParaRPr lang="en-GB"/>
        </a:p>
      </dgm:t>
    </dgm:pt>
    <dgm:pt modelId="{F98DD3FF-8F92-A643-8841-3E7E35B4D38C}" type="sibTrans" cxnId="{FEA0067F-A819-744D-998F-26D3ACD93C99}">
      <dgm:prSet/>
      <dgm:spPr/>
      <dgm:t>
        <a:bodyPr/>
        <a:lstStyle/>
        <a:p>
          <a:endParaRPr lang="en-GB"/>
        </a:p>
      </dgm:t>
    </dgm:pt>
    <dgm:pt modelId="{2A0478BF-BCE6-B94C-8D7A-692B726293C8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7A0B4CCA-5B33-E54B-AFC6-25C541130867}" type="parTrans" cxnId="{FB7EF529-B161-EA41-BD4C-B1C1781578F2}">
      <dgm:prSet/>
      <dgm:spPr/>
      <dgm:t>
        <a:bodyPr/>
        <a:lstStyle/>
        <a:p>
          <a:endParaRPr lang="en-GB"/>
        </a:p>
      </dgm:t>
    </dgm:pt>
    <dgm:pt modelId="{B9660292-CA70-F347-989F-3B3FD71B26BA}" type="sibTrans" cxnId="{FB7EF529-B161-EA41-BD4C-B1C1781578F2}">
      <dgm:prSet/>
      <dgm:spPr/>
      <dgm:t>
        <a:bodyPr/>
        <a:lstStyle/>
        <a:p>
          <a:endParaRPr lang="en-GB"/>
        </a:p>
      </dgm:t>
    </dgm:pt>
    <dgm:pt modelId="{208350E6-A568-F144-88FD-843814E69048}">
      <dgm:prSet/>
      <dgm:spPr/>
      <dgm:t>
        <a:bodyPr/>
        <a:lstStyle/>
        <a:p>
          <a:r>
            <a:rPr lang="en-GB" dirty="0"/>
            <a:t>Plot 6</a:t>
          </a:r>
        </a:p>
      </dgm:t>
    </dgm:pt>
    <dgm:pt modelId="{6F538BBD-7638-DE4D-AA59-6FA53D840151}" type="parTrans" cxnId="{1127A82F-C6F9-6247-82F8-149696E0B183}">
      <dgm:prSet/>
      <dgm:spPr/>
      <dgm:t>
        <a:bodyPr/>
        <a:lstStyle/>
        <a:p>
          <a:endParaRPr lang="en-GB"/>
        </a:p>
      </dgm:t>
    </dgm:pt>
    <dgm:pt modelId="{B5659038-FAEF-3E45-879F-9F4B223AEDB6}" type="sibTrans" cxnId="{1127A82F-C6F9-6247-82F8-149696E0B183}">
      <dgm:prSet/>
      <dgm:spPr/>
      <dgm:t>
        <a:bodyPr/>
        <a:lstStyle/>
        <a:p>
          <a:endParaRPr lang="en-GB"/>
        </a:p>
      </dgm:t>
    </dgm:pt>
    <dgm:pt modelId="{D58B0108-2396-CF4B-B5AA-C9D4D538B65E}">
      <dgm:prSet/>
      <dgm:spPr/>
      <dgm:t>
        <a:bodyPr/>
        <a:lstStyle/>
        <a:p>
          <a:r>
            <a:rPr lang="en-GB" dirty="0" err="1"/>
            <a:t>Obs</a:t>
          </a:r>
          <a:endParaRPr lang="en-GB" dirty="0"/>
        </a:p>
      </dgm:t>
    </dgm:pt>
    <dgm:pt modelId="{E1C55671-9177-C147-82C6-757E25AFF8E4}" type="parTrans" cxnId="{795199FB-F027-654D-BEF3-4BA53232BF49}">
      <dgm:prSet/>
      <dgm:spPr/>
      <dgm:t>
        <a:bodyPr/>
        <a:lstStyle/>
        <a:p>
          <a:endParaRPr lang="en-GB"/>
        </a:p>
      </dgm:t>
    </dgm:pt>
    <dgm:pt modelId="{EFF99D0F-E82F-BA45-BCB6-28071829E285}" type="sibTrans" cxnId="{795199FB-F027-654D-BEF3-4BA53232BF49}">
      <dgm:prSet/>
      <dgm:spPr/>
      <dgm:t>
        <a:bodyPr/>
        <a:lstStyle/>
        <a:p>
          <a:endParaRPr lang="en-GB"/>
        </a:p>
      </dgm:t>
    </dgm:pt>
    <dgm:pt modelId="{5ECD6ECB-CD37-D245-856D-77567E1192BF}" type="pres">
      <dgm:prSet presAssocID="{6C13E23C-F7C5-7A48-8B5B-7E1AFEE0CA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F965A0-F7FC-724D-9BDE-954FAF4FF3F6}" type="pres">
      <dgm:prSet presAssocID="{D98EA9E9-C2DE-E54A-A61C-C5719B642E7C}" presName="hierRoot1" presStyleCnt="0"/>
      <dgm:spPr/>
    </dgm:pt>
    <dgm:pt modelId="{320E0585-2A40-6844-A2D7-3025A512764B}" type="pres">
      <dgm:prSet presAssocID="{D98EA9E9-C2DE-E54A-A61C-C5719B642E7C}" presName="composite" presStyleCnt="0"/>
      <dgm:spPr/>
    </dgm:pt>
    <dgm:pt modelId="{EFACAA1A-6332-264B-8AAD-79004C61D416}" type="pres">
      <dgm:prSet presAssocID="{D98EA9E9-C2DE-E54A-A61C-C5719B642E7C}" presName="background" presStyleLbl="node0" presStyleIdx="0" presStyleCnt="1"/>
      <dgm:spPr/>
    </dgm:pt>
    <dgm:pt modelId="{5BBA9474-20AC-9D4F-BD19-80A20719E569}" type="pres">
      <dgm:prSet presAssocID="{D98EA9E9-C2DE-E54A-A61C-C5719B642E7C}" presName="text" presStyleLbl="fgAcc0" presStyleIdx="0" presStyleCnt="1">
        <dgm:presLayoutVars>
          <dgm:chPref val="3"/>
        </dgm:presLayoutVars>
      </dgm:prSet>
      <dgm:spPr/>
    </dgm:pt>
    <dgm:pt modelId="{D7FFE878-CBB4-9E40-8F10-BC5A118A83EE}" type="pres">
      <dgm:prSet presAssocID="{D98EA9E9-C2DE-E54A-A61C-C5719B642E7C}" presName="hierChild2" presStyleCnt="0"/>
      <dgm:spPr/>
    </dgm:pt>
    <dgm:pt modelId="{67D969BE-B0AF-4D47-B042-3307AC855BE1}" type="pres">
      <dgm:prSet presAssocID="{D9D4375C-61E3-6440-B712-871B1A5D76F9}" presName="Name10" presStyleLbl="parChTrans1D2" presStyleIdx="0" presStyleCnt="3"/>
      <dgm:spPr/>
    </dgm:pt>
    <dgm:pt modelId="{4647660B-FCF7-424B-AF0A-FF5ADC906E97}" type="pres">
      <dgm:prSet presAssocID="{FF34FDC8-1359-A14F-8174-68CF6EBE010C}" presName="hierRoot2" presStyleCnt="0"/>
      <dgm:spPr/>
    </dgm:pt>
    <dgm:pt modelId="{85E80EDF-75B4-2C44-A266-F38BB4509580}" type="pres">
      <dgm:prSet presAssocID="{FF34FDC8-1359-A14F-8174-68CF6EBE010C}" presName="composite2" presStyleCnt="0"/>
      <dgm:spPr/>
    </dgm:pt>
    <dgm:pt modelId="{D15A4FF7-61DB-C041-ACDA-34C82DE8073F}" type="pres">
      <dgm:prSet presAssocID="{FF34FDC8-1359-A14F-8174-68CF6EBE010C}" presName="background2" presStyleLbl="node2" presStyleIdx="0" presStyleCnt="3"/>
      <dgm:spPr/>
    </dgm:pt>
    <dgm:pt modelId="{CA88BE6A-E66A-5246-8B37-89D2DF3E784D}" type="pres">
      <dgm:prSet presAssocID="{FF34FDC8-1359-A14F-8174-68CF6EBE010C}" presName="text2" presStyleLbl="fgAcc2" presStyleIdx="0" presStyleCnt="3">
        <dgm:presLayoutVars>
          <dgm:chPref val="3"/>
        </dgm:presLayoutVars>
      </dgm:prSet>
      <dgm:spPr/>
    </dgm:pt>
    <dgm:pt modelId="{7E970E4E-AD10-8B43-A946-8182CC265A73}" type="pres">
      <dgm:prSet presAssocID="{FF34FDC8-1359-A14F-8174-68CF6EBE010C}" presName="hierChild3" presStyleCnt="0"/>
      <dgm:spPr/>
    </dgm:pt>
    <dgm:pt modelId="{0126C0DB-B660-B24F-91C8-C8DAE7CF1B62}" type="pres">
      <dgm:prSet presAssocID="{16E79066-4E76-D048-94E6-2F32D8D95843}" presName="Name17" presStyleLbl="parChTrans1D3" presStyleIdx="0" presStyleCnt="3"/>
      <dgm:spPr/>
    </dgm:pt>
    <dgm:pt modelId="{6BE9F5A5-471F-8A4E-BCAC-40BA8ECD51D1}" type="pres">
      <dgm:prSet presAssocID="{43F75775-0C61-844B-B281-3EE5DDB128D0}" presName="hierRoot3" presStyleCnt="0"/>
      <dgm:spPr/>
    </dgm:pt>
    <dgm:pt modelId="{18BCCCAD-DB37-5941-864B-DB93D8F25C51}" type="pres">
      <dgm:prSet presAssocID="{43F75775-0C61-844B-B281-3EE5DDB128D0}" presName="composite3" presStyleCnt="0"/>
      <dgm:spPr/>
    </dgm:pt>
    <dgm:pt modelId="{0ABF5889-C075-B64D-8835-608EA85885DD}" type="pres">
      <dgm:prSet presAssocID="{43F75775-0C61-844B-B281-3EE5DDB128D0}" presName="background3" presStyleLbl="node3" presStyleIdx="0" presStyleCnt="3"/>
      <dgm:spPr/>
    </dgm:pt>
    <dgm:pt modelId="{A4F0A31C-D3D7-C447-9C93-72FFA4911BEB}" type="pres">
      <dgm:prSet presAssocID="{43F75775-0C61-844B-B281-3EE5DDB128D0}" presName="text3" presStyleLbl="fgAcc3" presStyleIdx="0" presStyleCnt="3">
        <dgm:presLayoutVars>
          <dgm:chPref val="3"/>
        </dgm:presLayoutVars>
      </dgm:prSet>
      <dgm:spPr/>
    </dgm:pt>
    <dgm:pt modelId="{D8F260D3-7339-444F-9C02-359EA2F2A54D}" type="pres">
      <dgm:prSet presAssocID="{43F75775-0C61-844B-B281-3EE5DDB128D0}" presName="hierChild4" presStyleCnt="0"/>
      <dgm:spPr/>
    </dgm:pt>
    <dgm:pt modelId="{3AD01770-E9EA-B043-A880-1A3D4E6C9E78}" type="pres">
      <dgm:prSet presAssocID="{E21240E5-D301-8946-B2A8-D23B9D7C84EA}" presName="Name10" presStyleLbl="parChTrans1D2" presStyleIdx="1" presStyleCnt="3"/>
      <dgm:spPr/>
    </dgm:pt>
    <dgm:pt modelId="{7A92CA9E-8274-3D40-BE8B-FFFA874EBC8D}" type="pres">
      <dgm:prSet presAssocID="{66DB8B3F-92D3-BA44-BCE3-CD6AFD270027}" presName="hierRoot2" presStyleCnt="0"/>
      <dgm:spPr/>
    </dgm:pt>
    <dgm:pt modelId="{F419B11F-1A13-914E-9F99-3D30C4D40470}" type="pres">
      <dgm:prSet presAssocID="{66DB8B3F-92D3-BA44-BCE3-CD6AFD270027}" presName="composite2" presStyleCnt="0"/>
      <dgm:spPr/>
    </dgm:pt>
    <dgm:pt modelId="{EA156820-9959-6641-8697-37CF96B1464A}" type="pres">
      <dgm:prSet presAssocID="{66DB8B3F-92D3-BA44-BCE3-CD6AFD270027}" presName="background2" presStyleLbl="node2" presStyleIdx="1" presStyleCnt="3"/>
      <dgm:spPr/>
    </dgm:pt>
    <dgm:pt modelId="{B0AF14E6-135D-744F-9FAA-30DE65B26AA1}" type="pres">
      <dgm:prSet presAssocID="{66DB8B3F-92D3-BA44-BCE3-CD6AFD270027}" presName="text2" presStyleLbl="fgAcc2" presStyleIdx="1" presStyleCnt="3">
        <dgm:presLayoutVars>
          <dgm:chPref val="3"/>
        </dgm:presLayoutVars>
      </dgm:prSet>
      <dgm:spPr/>
    </dgm:pt>
    <dgm:pt modelId="{461FE418-9887-654D-81DA-2E1C00BA3BE3}" type="pres">
      <dgm:prSet presAssocID="{66DB8B3F-92D3-BA44-BCE3-CD6AFD270027}" presName="hierChild3" presStyleCnt="0"/>
      <dgm:spPr/>
    </dgm:pt>
    <dgm:pt modelId="{E333F24D-EFAF-8643-A3CD-5CBEB609C8C5}" type="pres">
      <dgm:prSet presAssocID="{7A0B4CCA-5B33-E54B-AFC6-25C541130867}" presName="Name17" presStyleLbl="parChTrans1D3" presStyleIdx="1" presStyleCnt="3"/>
      <dgm:spPr/>
    </dgm:pt>
    <dgm:pt modelId="{64D608EA-8B21-E748-BD48-FE74D151B7BD}" type="pres">
      <dgm:prSet presAssocID="{2A0478BF-BCE6-B94C-8D7A-692B726293C8}" presName="hierRoot3" presStyleCnt="0"/>
      <dgm:spPr/>
    </dgm:pt>
    <dgm:pt modelId="{FA444606-6D7A-9847-9989-3D372646029F}" type="pres">
      <dgm:prSet presAssocID="{2A0478BF-BCE6-B94C-8D7A-692B726293C8}" presName="composite3" presStyleCnt="0"/>
      <dgm:spPr/>
    </dgm:pt>
    <dgm:pt modelId="{89730978-1707-6F44-8618-CE82EAAA229A}" type="pres">
      <dgm:prSet presAssocID="{2A0478BF-BCE6-B94C-8D7A-692B726293C8}" presName="background3" presStyleLbl="node3" presStyleIdx="1" presStyleCnt="3"/>
      <dgm:spPr/>
    </dgm:pt>
    <dgm:pt modelId="{F0A7ECAA-5EB6-0C48-ADC6-13DBFE1E7AC4}" type="pres">
      <dgm:prSet presAssocID="{2A0478BF-BCE6-B94C-8D7A-692B726293C8}" presName="text3" presStyleLbl="fgAcc3" presStyleIdx="1" presStyleCnt="3">
        <dgm:presLayoutVars>
          <dgm:chPref val="3"/>
        </dgm:presLayoutVars>
      </dgm:prSet>
      <dgm:spPr/>
    </dgm:pt>
    <dgm:pt modelId="{7EAE72D0-EC59-5A4A-B73E-539287A96B2C}" type="pres">
      <dgm:prSet presAssocID="{2A0478BF-BCE6-B94C-8D7A-692B726293C8}" presName="hierChild4" presStyleCnt="0"/>
      <dgm:spPr/>
    </dgm:pt>
    <dgm:pt modelId="{A710C75E-DE0F-CE44-B917-45A24F095EE5}" type="pres">
      <dgm:prSet presAssocID="{6F538BBD-7638-DE4D-AA59-6FA53D840151}" presName="Name10" presStyleLbl="parChTrans1D2" presStyleIdx="2" presStyleCnt="3"/>
      <dgm:spPr/>
    </dgm:pt>
    <dgm:pt modelId="{D1B3E81F-9D5F-9F49-9118-B14EBF1FB745}" type="pres">
      <dgm:prSet presAssocID="{208350E6-A568-F144-88FD-843814E69048}" presName="hierRoot2" presStyleCnt="0"/>
      <dgm:spPr/>
    </dgm:pt>
    <dgm:pt modelId="{26A890F7-B7DC-214A-8FE4-804C8F2588EB}" type="pres">
      <dgm:prSet presAssocID="{208350E6-A568-F144-88FD-843814E69048}" presName="composite2" presStyleCnt="0"/>
      <dgm:spPr/>
    </dgm:pt>
    <dgm:pt modelId="{6BBF9E03-778A-C64B-B0FC-F955AAB7012B}" type="pres">
      <dgm:prSet presAssocID="{208350E6-A568-F144-88FD-843814E69048}" presName="background2" presStyleLbl="node2" presStyleIdx="2" presStyleCnt="3"/>
      <dgm:spPr/>
    </dgm:pt>
    <dgm:pt modelId="{1B0F1170-7594-0F41-8742-0EA7FA38BD4F}" type="pres">
      <dgm:prSet presAssocID="{208350E6-A568-F144-88FD-843814E69048}" presName="text2" presStyleLbl="fgAcc2" presStyleIdx="2" presStyleCnt="3">
        <dgm:presLayoutVars>
          <dgm:chPref val="3"/>
        </dgm:presLayoutVars>
      </dgm:prSet>
      <dgm:spPr/>
    </dgm:pt>
    <dgm:pt modelId="{BD78B426-F243-604F-A248-BFF4BC5EADD0}" type="pres">
      <dgm:prSet presAssocID="{208350E6-A568-F144-88FD-843814E69048}" presName="hierChild3" presStyleCnt="0"/>
      <dgm:spPr/>
    </dgm:pt>
    <dgm:pt modelId="{8C2E1A18-1E60-5A49-BB6D-4BB3696F0155}" type="pres">
      <dgm:prSet presAssocID="{E1C55671-9177-C147-82C6-757E25AFF8E4}" presName="Name17" presStyleLbl="parChTrans1D3" presStyleIdx="2" presStyleCnt="3"/>
      <dgm:spPr/>
    </dgm:pt>
    <dgm:pt modelId="{AA094344-E6B6-254F-BF75-177D8ED510C9}" type="pres">
      <dgm:prSet presAssocID="{D58B0108-2396-CF4B-B5AA-C9D4D538B65E}" presName="hierRoot3" presStyleCnt="0"/>
      <dgm:spPr/>
    </dgm:pt>
    <dgm:pt modelId="{CC0866B2-F0E8-EC4B-B88E-211C4EF33E7A}" type="pres">
      <dgm:prSet presAssocID="{D58B0108-2396-CF4B-B5AA-C9D4D538B65E}" presName="composite3" presStyleCnt="0"/>
      <dgm:spPr/>
    </dgm:pt>
    <dgm:pt modelId="{87D2986D-8100-844C-BF78-BEFAAAE74F28}" type="pres">
      <dgm:prSet presAssocID="{D58B0108-2396-CF4B-B5AA-C9D4D538B65E}" presName="background3" presStyleLbl="node3" presStyleIdx="2" presStyleCnt="3"/>
      <dgm:spPr/>
    </dgm:pt>
    <dgm:pt modelId="{AEFD8625-3663-A049-8664-1FA23E0C2F51}" type="pres">
      <dgm:prSet presAssocID="{D58B0108-2396-CF4B-B5AA-C9D4D538B65E}" presName="text3" presStyleLbl="fgAcc3" presStyleIdx="2" presStyleCnt="3">
        <dgm:presLayoutVars>
          <dgm:chPref val="3"/>
        </dgm:presLayoutVars>
      </dgm:prSet>
      <dgm:spPr/>
    </dgm:pt>
    <dgm:pt modelId="{21850D6B-5667-F147-8ECB-70CD4E6B5F88}" type="pres">
      <dgm:prSet presAssocID="{D58B0108-2396-CF4B-B5AA-C9D4D538B65E}" presName="hierChild4" presStyleCnt="0"/>
      <dgm:spPr/>
    </dgm:pt>
  </dgm:ptLst>
  <dgm:cxnLst>
    <dgm:cxn modelId="{F0BD9207-9BDD-5C4D-9FFA-8DB66D224AFD}" type="presOf" srcId="{43F75775-0C61-844B-B281-3EE5DDB128D0}" destId="{A4F0A31C-D3D7-C447-9C93-72FFA4911BEB}" srcOrd="0" destOrd="0" presId="urn:microsoft.com/office/officeart/2005/8/layout/hierarchy1"/>
    <dgm:cxn modelId="{01C60C18-959F-874F-B694-FA4B519AD848}" srcId="{FF34FDC8-1359-A14F-8174-68CF6EBE010C}" destId="{43F75775-0C61-844B-B281-3EE5DDB128D0}" srcOrd="0" destOrd="0" parTransId="{16E79066-4E76-D048-94E6-2F32D8D95843}" sibTransId="{EC984D0E-E13D-DB49-8619-0425FD8B578E}"/>
    <dgm:cxn modelId="{09ABDB1A-50D8-DD40-960C-CD21BEB798E8}" type="presOf" srcId="{6C13E23C-F7C5-7A48-8B5B-7E1AFEE0CA63}" destId="{5ECD6ECB-CD37-D245-856D-77567E1192BF}" srcOrd="0" destOrd="0" presId="urn:microsoft.com/office/officeart/2005/8/layout/hierarchy1"/>
    <dgm:cxn modelId="{EBE31F20-D004-1C4F-9A4D-3C7F3625CBF3}" type="presOf" srcId="{2A0478BF-BCE6-B94C-8D7A-692B726293C8}" destId="{F0A7ECAA-5EB6-0C48-ADC6-13DBFE1E7AC4}" srcOrd="0" destOrd="0" presId="urn:microsoft.com/office/officeart/2005/8/layout/hierarchy1"/>
    <dgm:cxn modelId="{99F42320-E5E1-2F4F-9AB0-A2A8BA5F739D}" type="presOf" srcId="{66DB8B3F-92D3-BA44-BCE3-CD6AFD270027}" destId="{B0AF14E6-135D-744F-9FAA-30DE65B26AA1}" srcOrd="0" destOrd="0" presId="urn:microsoft.com/office/officeart/2005/8/layout/hierarchy1"/>
    <dgm:cxn modelId="{784AE621-AA85-234C-B3D1-31D1B046C277}" type="presOf" srcId="{6F538BBD-7638-DE4D-AA59-6FA53D840151}" destId="{A710C75E-DE0F-CE44-B917-45A24F095EE5}" srcOrd="0" destOrd="0" presId="urn:microsoft.com/office/officeart/2005/8/layout/hierarchy1"/>
    <dgm:cxn modelId="{FB7EF529-B161-EA41-BD4C-B1C1781578F2}" srcId="{66DB8B3F-92D3-BA44-BCE3-CD6AFD270027}" destId="{2A0478BF-BCE6-B94C-8D7A-692B726293C8}" srcOrd="0" destOrd="0" parTransId="{7A0B4CCA-5B33-E54B-AFC6-25C541130867}" sibTransId="{B9660292-CA70-F347-989F-3B3FD71B26BA}"/>
    <dgm:cxn modelId="{E899592B-2843-A444-A01E-17C13BCB691E}" type="presOf" srcId="{7A0B4CCA-5B33-E54B-AFC6-25C541130867}" destId="{E333F24D-EFAF-8643-A3CD-5CBEB609C8C5}" srcOrd="0" destOrd="0" presId="urn:microsoft.com/office/officeart/2005/8/layout/hierarchy1"/>
    <dgm:cxn modelId="{1127A82F-C6F9-6247-82F8-149696E0B183}" srcId="{D98EA9E9-C2DE-E54A-A61C-C5719B642E7C}" destId="{208350E6-A568-F144-88FD-843814E69048}" srcOrd="2" destOrd="0" parTransId="{6F538BBD-7638-DE4D-AA59-6FA53D840151}" sibTransId="{B5659038-FAEF-3E45-879F-9F4B223AEDB6}"/>
    <dgm:cxn modelId="{002F3C34-BC85-4648-BE6C-B9A99DE6E27B}" type="presOf" srcId="{E1C55671-9177-C147-82C6-757E25AFF8E4}" destId="{8C2E1A18-1E60-5A49-BB6D-4BB3696F0155}" srcOrd="0" destOrd="0" presId="urn:microsoft.com/office/officeart/2005/8/layout/hierarchy1"/>
    <dgm:cxn modelId="{F390E15A-EC8B-CC44-A6B1-0916F35AB2DD}" srcId="{D98EA9E9-C2DE-E54A-A61C-C5719B642E7C}" destId="{FF34FDC8-1359-A14F-8174-68CF6EBE010C}" srcOrd="0" destOrd="0" parTransId="{D9D4375C-61E3-6440-B712-871B1A5D76F9}" sibTransId="{697B37B1-C4B3-9E4E-A4E2-697303AD1403}"/>
    <dgm:cxn modelId="{75E6A560-1BAE-0A48-9B89-EA98734C5B49}" type="presOf" srcId="{208350E6-A568-F144-88FD-843814E69048}" destId="{1B0F1170-7594-0F41-8742-0EA7FA38BD4F}" srcOrd="0" destOrd="0" presId="urn:microsoft.com/office/officeart/2005/8/layout/hierarchy1"/>
    <dgm:cxn modelId="{04876861-9F3D-FA43-8B5C-4FF26D3CF5C7}" type="presOf" srcId="{D58B0108-2396-CF4B-B5AA-C9D4D538B65E}" destId="{AEFD8625-3663-A049-8664-1FA23E0C2F51}" srcOrd="0" destOrd="0" presId="urn:microsoft.com/office/officeart/2005/8/layout/hierarchy1"/>
    <dgm:cxn modelId="{FEA0067F-A819-744D-998F-26D3ACD93C99}" srcId="{D98EA9E9-C2DE-E54A-A61C-C5719B642E7C}" destId="{66DB8B3F-92D3-BA44-BCE3-CD6AFD270027}" srcOrd="1" destOrd="0" parTransId="{E21240E5-D301-8946-B2A8-D23B9D7C84EA}" sibTransId="{F98DD3FF-8F92-A643-8841-3E7E35B4D38C}"/>
    <dgm:cxn modelId="{63252F86-9616-364B-9E06-2802228964F4}" srcId="{6C13E23C-F7C5-7A48-8B5B-7E1AFEE0CA63}" destId="{D98EA9E9-C2DE-E54A-A61C-C5719B642E7C}" srcOrd="0" destOrd="0" parTransId="{77EE33D0-7BBB-7B44-9440-397712963AA9}" sibTransId="{83E90ECB-5C28-7C47-AE0F-A7DD6B9AF990}"/>
    <dgm:cxn modelId="{F8B82AA0-E2EC-E948-AE85-200D56DDB5E9}" type="presOf" srcId="{16E79066-4E76-D048-94E6-2F32D8D95843}" destId="{0126C0DB-B660-B24F-91C8-C8DAE7CF1B62}" srcOrd="0" destOrd="0" presId="urn:microsoft.com/office/officeart/2005/8/layout/hierarchy1"/>
    <dgm:cxn modelId="{F5CFB1B6-4480-D546-A001-CDA874756916}" type="presOf" srcId="{D9D4375C-61E3-6440-B712-871B1A5D76F9}" destId="{67D969BE-B0AF-4D47-B042-3307AC855BE1}" srcOrd="0" destOrd="0" presId="urn:microsoft.com/office/officeart/2005/8/layout/hierarchy1"/>
    <dgm:cxn modelId="{E9BAC8E5-63B8-FA44-8CB9-ABDA094CB346}" type="presOf" srcId="{E21240E5-D301-8946-B2A8-D23B9D7C84EA}" destId="{3AD01770-E9EA-B043-A880-1A3D4E6C9E78}" srcOrd="0" destOrd="0" presId="urn:microsoft.com/office/officeart/2005/8/layout/hierarchy1"/>
    <dgm:cxn modelId="{F9B024E6-F80A-3444-8F22-371C034372EC}" type="presOf" srcId="{FF34FDC8-1359-A14F-8174-68CF6EBE010C}" destId="{CA88BE6A-E66A-5246-8B37-89D2DF3E784D}" srcOrd="0" destOrd="0" presId="urn:microsoft.com/office/officeart/2005/8/layout/hierarchy1"/>
    <dgm:cxn modelId="{DFC2CAFA-12A9-724E-BBA4-437319EA945A}" type="presOf" srcId="{D98EA9E9-C2DE-E54A-A61C-C5719B642E7C}" destId="{5BBA9474-20AC-9D4F-BD19-80A20719E569}" srcOrd="0" destOrd="0" presId="urn:microsoft.com/office/officeart/2005/8/layout/hierarchy1"/>
    <dgm:cxn modelId="{795199FB-F027-654D-BEF3-4BA53232BF49}" srcId="{208350E6-A568-F144-88FD-843814E69048}" destId="{D58B0108-2396-CF4B-B5AA-C9D4D538B65E}" srcOrd="0" destOrd="0" parTransId="{E1C55671-9177-C147-82C6-757E25AFF8E4}" sibTransId="{EFF99D0F-E82F-BA45-BCB6-28071829E285}"/>
    <dgm:cxn modelId="{3CB20454-739B-7C4F-B3EA-26539865A584}" type="presParOf" srcId="{5ECD6ECB-CD37-D245-856D-77567E1192BF}" destId="{1EF965A0-F7FC-724D-9BDE-954FAF4FF3F6}" srcOrd="0" destOrd="0" presId="urn:microsoft.com/office/officeart/2005/8/layout/hierarchy1"/>
    <dgm:cxn modelId="{1FDEFDD1-FC18-9B40-AE9A-5E87C7E75812}" type="presParOf" srcId="{1EF965A0-F7FC-724D-9BDE-954FAF4FF3F6}" destId="{320E0585-2A40-6844-A2D7-3025A512764B}" srcOrd="0" destOrd="0" presId="urn:microsoft.com/office/officeart/2005/8/layout/hierarchy1"/>
    <dgm:cxn modelId="{EA62F63B-B89B-9845-8738-9939CF07C707}" type="presParOf" srcId="{320E0585-2A40-6844-A2D7-3025A512764B}" destId="{EFACAA1A-6332-264B-8AAD-79004C61D416}" srcOrd="0" destOrd="0" presId="urn:microsoft.com/office/officeart/2005/8/layout/hierarchy1"/>
    <dgm:cxn modelId="{28AD550B-F55B-4240-96F9-E8B83CF4ECF0}" type="presParOf" srcId="{320E0585-2A40-6844-A2D7-3025A512764B}" destId="{5BBA9474-20AC-9D4F-BD19-80A20719E569}" srcOrd="1" destOrd="0" presId="urn:microsoft.com/office/officeart/2005/8/layout/hierarchy1"/>
    <dgm:cxn modelId="{6C444E32-B18D-CB4D-9DF8-19D9B7F8FEE9}" type="presParOf" srcId="{1EF965A0-F7FC-724D-9BDE-954FAF4FF3F6}" destId="{D7FFE878-CBB4-9E40-8F10-BC5A118A83EE}" srcOrd="1" destOrd="0" presId="urn:microsoft.com/office/officeart/2005/8/layout/hierarchy1"/>
    <dgm:cxn modelId="{AD0BBA7F-0209-6444-97D8-A7E6E688B44D}" type="presParOf" srcId="{D7FFE878-CBB4-9E40-8F10-BC5A118A83EE}" destId="{67D969BE-B0AF-4D47-B042-3307AC855BE1}" srcOrd="0" destOrd="0" presId="urn:microsoft.com/office/officeart/2005/8/layout/hierarchy1"/>
    <dgm:cxn modelId="{7BC5AB36-3FBC-BD4C-8D66-E3F4ECAB4437}" type="presParOf" srcId="{D7FFE878-CBB4-9E40-8F10-BC5A118A83EE}" destId="{4647660B-FCF7-424B-AF0A-FF5ADC906E97}" srcOrd="1" destOrd="0" presId="urn:microsoft.com/office/officeart/2005/8/layout/hierarchy1"/>
    <dgm:cxn modelId="{CBED96A6-3851-6A4E-94F8-8BFD3313BC38}" type="presParOf" srcId="{4647660B-FCF7-424B-AF0A-FF5ADC906E97}" destId="{85E80EDF-75B4-2C44-A266-F38BB4509580}" srcOrd="0" destOrd="0" presId="urn:microsoft.com/office/officeart/2005/8/layout/hierarchy1"/>
    <dgm:cxn modelId="{AD22B609-8195-F545-8FE6-D84D415BE5B4}" type="presParOf" srcId="{85E80EDF-75B4-2C44-A266-F38BB4509580}" destId="{D15A4FF7-61DB-C041-ACDA-34C82DE8073F}" srcOrd="0" destOrd="0" presId="urn:microsoft.com/office/officeart/2005/8/layout/hierarchy1"/>
    <dgm:cxn modelId="{7969FFFE-5C1E-0249-BB62-E2986D331EFD}" type="presParOf" srcId="{85E80EDF-75B4-2C44-A266-F38BB4509580}" destId="{CA88BE6A-E66A-5246-8B37-89D2DF3E784D}" srcOrd="1" destOrd="0" presId="urn:microsoft.com/office/officeart/2005/8/layout/hierarchy1"/>
    <dgm:cxn modelId="{DCBE147A-E328-A648-948F-2CFEC9631825}" type="presParOf" srcId="{4647660B-FCF7-424B-AF0A-FF5ADC906E97}" destId="{7E970E4E-AD10-8B43-A946-8182CC265A73}" srcOrd="1" destOrd="0" presId="urn:microsoft.com/office/officeart/2005/8/layout/hierarchy1"/>
    <dgm:cxn modelId="{44AAA747-2008-D34B-801B-6048A7BB27A3}" type="presParOf" srcId="{7E970E4E-AD10-8B43-A946-8182CC265A73}" destId="{0126C0DB-B660-B24F-91C8-C8DAE7CF1B62}" srcOrd="0" destOrd="0" presId="urn:microsoft.com/office/officeart/2005/8/layout/hierarchy1"/>
    <dgm:cxn modelId="{01D69297-333C-CE45-82BF-A9494BAE0A39}" type="presParOf" srcId="{7E970E4E-AD10-8B43-A946-8182CC265A73}" destId="{6BE9F5A5-471F-8A4E-BCAC-40BA8ECD51D1}" srcOrd="1" destOrd="0" presId="urn:microsoft.com/office/officeart/2005/8/layout/hierarchy1"/>
    <dgm:cxn modelId="{62A9774C-D242-124A-96D9-04A0817B853C}" type="presParOf" srcId="{6BE9F5A5-471F-8A4E-BCAC-40BA8ECD51D1}" destId="{18BCCCAD-DB37-5941-864B-DB93D8F25C51}" srcOrd="0" destOrd="0" presId="urn:microsoft.com/office/officeart/2005/8/layout/hierarchy1"/>
    <dgm:cxn modelId="{5E0F2434-5F9D-8B4D-9384-9E94ADD65470}" type="presParOf" srcId="{18BCCCAD-DB37-5941-864B-DB93D8F25C51}" destId="{0ABF5889-C075-B64D-8835-608EA85885DD}" srcOrd="0" destOrd="0" presId="urn:microsoft.com/office/officeart/2005/8/layout/hierarchy1"/>
    <dgm:cxn modelId="{9C149971-B2EE-8148-B4D4-B18FE020DDE7}" type="presParOf" srcId="{18BCCCAD-DB37-5941-864B-DB93D8F25C51}" destId="{A4F0A31C-D3D7-C447-9C93-72FFA4911BEB}" srcOrd="1" destOrd="0" presId="urn:microsoft.com/office/officeart/2005/8/layout/hierarchy1"/>
    <dgm:cxn modelId="{B46DDEC1-6D7A-5347-B099-B99833377CDF}" type="presParOf" srcId="{6BE9F5A5-471F-8A4E-BCAC-40BA8ECD51D1}" destId="{D8F260D3-7339-444F-9C02-359EA2F2A54D}" srcOrd="1" destOrd="0" presId="urn:microsoft.com/office/officeart/2005/8/layout/hierarchy1"/>
    <dgm:cxn modelId="{2CA88E5F-1119-B142-A446-2EAAA2A5017F}" type="presParOf" srcId="{D7FFE878-CBB4-9E40-8F10-BC5A118A83EE}" destId="{3AD01770-E9EA-B043-A880-1A3D4E6C9E78}" srcOrd="2" destOrd="0" presId="urn:microsoft.com/office/officeart/2005/8/layout/hierarchy1"/>
    <dgm:cxn modelId="{CAB30BBB-4A9D-384C-9340-FC0F8E4E0BCD}" type="presParOf" srcId="{D7FFE878-CBB4-9E40-8F10-BC5A118A83EE}" destId="{7A92CA9E-8274-3D40-BE8B-FFFA874EBC8D}" srcOrd="3" destOrd="0" presId="urn:microsoft.com/office/officeart/2005/8/layout/hierarchy1"/>
    <dgm:cxn modelId="{083DD282-5B68-164E-90E3-A3188A75BC1A}" type="presParOf" srcId="{7A92CA9E-8274-3D40-BE8B-FFFA874EBC8D}" destId="{F419B11F-1A13-914E-9F99-3D30C4D40470}" srcOrd="0" destOrd="0" presId="urn:microsoft.com/office/officeart/2005/8/layout/hierarchy1"/>
    <dgm:cxn modelId="{97A2F6BE-3105-E540-B80D-3D0DA69489F8}" type="presParOf" srcId="{F419B11F-1A13-914E-9F99-3D30C4D40470}" destId="{EA156820-9959-6641-8697-37CF96B1464A}" srcOrd="0" destOrd="0" presId="urn:microsoft.com/office/officeart/2005/8/layout/hierarchy1"/>
    <dgm:cxn modelId="{34FCEDCD-6920-154A-945D-9BA38C7D71EF}" type="presParOf" srcId="{F419B11F-1A13-914E-9F99-3D30C4D40470}" destId="{B0AF14E6-135D-744F-9FAA-30DE65B26AA1}" srcOrd="1" destOrd="0" presId="urn:microsoft.com/office/officeart/2005/8/layout/hierarchy1"/>
    <dgm:cxn modelId="{906123D9-6F05-B146-902B-28C870DE88A2}" type="presParOf" srcId="{7A92CA9E-8274-3D40-BE8B-FFFA874EBC8D}" destId="{461FE418-9887-654D-81DA-2E1C00BA3BE3}" srcOrd="1" destOrd="0" presId="urn:microsoft.com/office/officeart/2005/8/layout/hierarchy1"/>
    <dgm:cxn modelId="{3CC1C403-39E1-4A44-B5E7-4BB1A7A53C77}" type="presParOf" srcId="{461FE418-9887-654D-81DA-2E1C00BA3BE3}" destId="{E333F24D-EFAF-8643-A3CD-5CBEB609C8C5}" srcOrd="0" destOrd="0" presId="urn:microsoft.com/office/officeart/2005/8/layout/hierarchy1"/>
    <dgm:cxn modelId="{44A453B3-E7CB-1141-9568-E7279AEF3CD8}" type="presParOf" srcId="{461FE418-9887-654D-81DA-2E1C00BA3BE3}" destId="{64D608EA-8B21-E748-BD48-FE74D151B7BD}" srcOrd="1" destOrd="0" presId="urn:microsoft.com/office/officeart/2005/8/layout/hierarchy1"/>
    <dgm:cxn modelId="{5ECDE86B-B09D-E841-8D47-08492B06824F}" type="presParOf" srcId="{64D608EA-8B21-E748-BD48-FE74D151B7BD}" destId="{FA444606-6D7A-9847-9989-3D372646029F}" srcOrd="0" destOrd="0" presId="urn:microsoft.com/office/officeart/2005/8/layout/hierarchy1"/>
    <dgm:cxn modelId="{9D787C89-904C-2A4B-AC4D-04D0D2B3B4EA}" type="presParOf" srcId="{FA444606-6D7A-9847-9989-3D372646029F}" destId="{89730978-1707-6F44-8618-CE82EAAA229A}" srcOrd="0" destOrd="0" presId="urn:microsoft.com/office/officeart/2005/8/layout/hierarchy1"/>
    <dgm:cxn modelId="{30DA9F0C-C459-6E4F-BCEE-657221F75248}" type="presParOf" srcId="{FA444606-6D7A-9847-9989-3D372646029F}" destId="{F0A7ECAA-5EB6-0C48-ADC6-13DBFE1E7AC4}" srcOrd="1" destOrd="0" presId="urn:microsoft.com/office/officeart/2005/8/layout/hierarchy1"/>
    <dgm:cxn modelId="{D81B136B-2EE0-2D4D-82C1-0C96E474531E}" type="presParOf" srcId="{64D608EA-8B21-E748-BD48-FE74D151B7BD}" destId="{7EAE72D0-EC59-5A4A-B73E-539287A96B2C}" srcOrd="1" destOrd="0" presId="urn:microsoft.com/office/officeart/2005/8/layout/hierarchy1"/>
    <dgm:cxn modelId="{97949DDA-1E95-5141-A1A5-23D40C5CAE51}" type="presParOf" srcId="{D7FFE878-CBB4-9E40-8F10-BC5A118A83EE}" destId="{A710C75E-DE0F-CE44-B917-45A24F095EE5}" srcOrd="4" destOrd="0" presId="urn:microsoft.com/office/officeart/2005/8/layout/hierarchy1"/>
    <dgm:cxn modelId="{4C6D896F-61A2-F643-A43F-1976DEBE4AC7}" type="presParOf" srcId="{D7FFE878-CBB4-9E40-8F10-BC5A118A83EE}" destId="{D1B3E81F-9D5F-9F49-9118-B14EBF1FB745}" srcOrd="5" destOrd="0" presId="urn:microsoft.com/office/officeart/2005/8/layout/hierarchy1"/>
    <dgm:cxn modelId="{E01F95FB-4CAC-774C-8455-49161C92521E}" type="presParOf" srcId="{D1B3E81F-9D5F-9F49-9118-B14EBF1FB745}" destId="{26A890F7-B7DC-214A-8FE4-804C8F2588EB}" srcOrd="0" destOrd="0" presId="urn:microsoft.com/office/officeart/2005/8/layout/hierarchy1"/>
    <dgm:cxn modelId="{E3E35A59-5AB5-504A-99F3-CFA178451BA3}" type="presParOf" srcId="{26A890F7-B7DC-214A-8FE4-804C8F2588EB}" destId="{6BBF9E03-778A-C64B-B0FC-F955AAB7012B}" srcOrd="0" destOrd="0" presId="urn:microsoft.com/office/officeart/2005/8/layout/hierarchy1"/>
    <dgm:cxn modelId="{44AB5ADC-A5D9-484F-B820-A36F83FF6A0C}" type="presParOf" srcId="{26A890F7-B7DC-214A-8FE4-804C8F2588EB}" destId="{1B0F1170-7594-0F41-8742-0EA7FA38BD4F}" srcOrd="1" destOrd="0" presId="urn:microsoft.com/office/officeart/2005/8/layout/hierarchy1"/>
    <dgm:cxn modelId="{C0E13A1F-F194-3646-8EDC-0B6A1ADEFB83}" type="presParOf" srcId="{D1B3E81F-9D5F-9F49-9118-B14EBF1FB745}" destId="{BD78B426-F243-604F-A248-BFF4BC5EADD0}" srcOrd="1" destOrd="0" presId="urn:microsoft.com/office/officeart/2005/8/layout/hierarchy1"/>
    <dgm:cxn modelId="{77DD533D-EDAD-124F-AC23-6F6F43939CB2}" type="presParOf" srcId="{BD78B426-F243-604F-A248-BFF4BC5EADD0}" destId="{8C2E1A18-1E60-5A49-BB6D-4BB3696F0155}" srcOrd="0" destOrd="0" presId="urn:microsoft.com/office/officeart/2005/8/layout/hierarchy1"/>
    <dgm:cxn modelId="{FF417CCA-81B3-E14F-A343-1E8CBC37530E}" type="presParOf" srcId="{BD78B426-F243-604F-A248-BFF4BC5EADD0}" destId="{AA094344-E6B6-254F-BF75-177D8ED510C9}" srcOrd="1" destOrd="0" presId="urn:microsoft.com/office/officeart/2005/8/layout/hierarchy1"/>
    <dgm:cxn modelId="{C92022E8-87B9-8843-AF49-E7285CCD7F62}" type="presParOf" srcId="{AA094344-E6B6-254F-BF75-177D8ED510C9}" destId="{CC0866B2-F0E8-EC4B-B88E-211C4EF33E7A}" srcOrd="0" destOrd="0" presId="urn:microsoft.com/office/officeart/2005/8/layout/hierarchy1"/>
    <dgm:cxn modelId="{176B49B1-0074-C14D-853B-4DEA8D47C68E}" type="presParOf" srcId="{CC0866B2-F0E8-EC4B-B88E-211C4EF33E7A}" destId="{87D2986D-8100-844C-BF78-BEFAAAE74F28}" srcOrd="0" destOrd="0" presId="urn:microsoft.com/office/officeart/2005/8/layout/hierarchy1"/>
    <dgm:cxn modelId="{89F1E148-62B8-EF4A-9060-7B9AE7524876}" type="presParOf" srcId="{CC0866B2-F0E8-EC4B-B88E-211C4EF33E7A}" destId="{AEFD8625-3663-A049-8664-1FA23E0C2F51}" srcOrd="1" destOrd="0" presId="urn:microsoft.com/office/officeart/2005/8/layout/hierarchy1"/>
    <dgm:cxn modelId="{0BD55FAB-16F3-DE4D-93E0-88AE5764E619}" type="presParOf" srcId="{AA094344-E6B6-254F-BF75-177D8ED510C9}" destId="{21850D6B-5667-F147-8ECB-70CD4E6B5F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89779-B54A-9542-9678-D8F75A251473}">
      <dsp:nvSpPr>
        <dsp:cNvPr id="0" name=""/>
        <dsp:cNvSpPr/>
      </dsp:nvSpPr>
      <dsp:spPr>
        <a:xfrm>
          <a:off x="6035203" y="1767570"/>
          <a:ext cx="91440" cy="3280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7E17B-B9B2-0C47-BDEE-3C7F5E0F5747}">
      <dsp:nvSpPr>
        <dsp:cNvPr id="0" name=""/>
        <dsp:cNvSpPr/>
      </dsp:nvSpPr>
      <dsp:spPr>
        <a:xfrm>
          <a:off x="3668279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2412643" y="223561"/>
              </a:lnTo>
              <a:lnTo>
                <a:pt x="241264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4012943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491CF-F086-4945-88CB-4107F7357C00}">
      <dsp:nvSpPr>
        <dsp:cNvPr id="0" name=""/>
        <dsp:cNvSpPr/>
      </dsp:nvSpPr>
      <dsp:spPr>
        <a:xfrm>
          <a:off x="332361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84524-2FDE-D143-878E-977943084DE9}">
      <dsp:nvSpPr>
        <dsp:cNvPr id="0" name=""/>
        <dsp:cNvSpPr/>
      </dsp:nvSpPr>
      <dsp:spPr>
        <a:xfrm>
          <a:off x="3668279" y="723240"/>
          <a:ext cx="34466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344663" y="223561"/>
              </a:lnTo>
              <a:lnTo>
                <a:pt x="34466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25563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5B4AB-2F61-9D48-A29E-C0875E946BF1}">
      <dsp:nvSpPr>
        <dsp:cNvPr id="0" name=""/>
        <dsp:cNvSpPr/>
      </dsp:nvSpPr>
      <dsp:spPr>
        <a:xfrm>
          <a:off x="566309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76B8B-4E65-AF44-A23F-AE12CABCA03C}">
      <dsp:nvSpPr>
        <dsp:cNvPr id="0" name=""/>
        <dsp:cNvSpPr/>
      </dsp:nvSpPr>
      <dsp:spPr>
        <a:xfrm>
          <a:off x="1255636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2412643" y="0"/>
              </a:moveTo>
              <a:lnTo>
                <a:pt x="2412643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3104285" y="696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3229617" y="12603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3250596" y="147011"/>
        <a:ext cx="1086031" cy="674315"/>
      </dsp:txXfrm>
    </dsp:sp>
    <dsp:sp modelId="{97F27D3C-C2B1-E84F-9C0F-B21CA3E33DFB}">
      <dsp:nvSpPr>
        <dsp:cNvPr id="0" name=""/>
        <dsp:cNvSpPr/>
      </dsp:nvSpPr>
      <dsp:spPr>
        <a:xfrm>
          <a:off x="691641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B7240-9C42-E647-8B6D-BF5A712AA335}">
      <dsp:nvSpPr>
        <dsp:cNvPr id="0" name=""/>
        <dsp:cNvSpPr/>
      </dsp:nvSpPr>
      <dsp:spPr>
        <a:xfrm>
          <a:off x="816973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Plot1</a:t>
          </a:r>
        </a:p>
      </dsp:txBody>
      <dsp:txXfrm>
        <a:off x="837952" y="1191341"/>
        <a:ext cx="1086031" cy="674315"/>
      </dsp:txXfrm>
    </dsp:sp>
    <dsp:sp modelId="{A654C64B-F590-2E4D-9620-DCB04A5A63D0}">
      <dsp:nvSpPr>
        <dsp:cNvPr id="0" name=""/>
        <dsp:cNvSpPr/>
      </dsp:nvSpPr>
      <dsp:spPr>
        <a:xfrm>
          <a:off x="2314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5CB74-37EA-1E4D-8C4C-C7EB91162601}">
      <dsp:nvSpPr>
        <dsp:cNvPr id="0" name=""/>
        <dsp:cNvSpPr/>
      </dsp:nvSpPr>
      <dsp:spPr>
        <a:xfrm>
          <a:off x="127646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48625" y="2235671"/>
        <a:ext cx="1086031" cy="674315"/>
      </dsp:txXfrm>
    </dsp:sp>
    <dsp:sp modelId="{0ABF5889-C075-B64D-8835-608EA85885DD}">
      <dsp:nvSpPr>
        <dsp:cNvPr id="0" name=""/>
        <dsp:cNvSpPr/>
      </dsp:nvSpPr>
      <dsp:spPr>
        <a:xfrm>
          <a:off x="138096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50630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27279" y="2235671"/>
        <a:ext cx="1086031" cy="674315"/>
      </dsp:txXfrm>
    </dsp:sp>
    <dsp:sp modelId="{2EB31786-3247-2347-81F7-621C680A0AE4}">
      <dsp:nvSpPr>
        <dsp:cNvPr id="0" name=""/>
        <dsp:cNvSpPr/>
      </dsp:nvSpPr>
      <dsp:spPr>
        <a:xfrm>
          <a:off x="344894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387A3-B822-894B-82E1-E48AEDA4E399}">
      <dsp:nvSpPr>
        <dsp:cNvPr id="0" name=""/>
        <dsp:cNvSpPr/>
      </dsp:nvSpPr>
      <dsp:spPr>
        <a:xfrm>
          <a:off x="357428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2</a:t>
          </a:r>
        </a:p>
      </dsp:txBody>
      <dsp:txXfrm>
        <a:off x="3595259" y="1191341"/>
        <a:ext cx="1086031" cy="674315"/>
      </dsp:txXfrm>
    </dsp:sp>
    <dsp:sp modelId="{90A233D3-663C-DE4D-B1A9-DBBC8097A5C8}">
      <dsp:nvSpPr>
        <dsp:cNvPr id="0" name=""/>
        <dsp:cNvSpPr/>
      </dsp:nvSpPr>
      <dsp:spPr>
        <a:xfrm>
          <a:off x="2759621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5E522-F17C-E848-9B1E-74CDCD1522AA}">
      <dsp:nvSpPr>
        <dsp:cNvPr id="0" name=""/>
        <dsp:cNvSpPr/>
      </dsp:nvSpPr>
      <dsp:spPr>
        <a:xfrm>
          <a:off x="2884953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5932" y="2235671"/>
        <a:ext cx="1086031" cy="674315"/>
      </dsp:txXfrm>
    </dsp:sp>
    <dsp:sp modelId="{89730978-1707-6F44-8618-CE82EAAA229A}">
      <dsp:nvSpPr>
        <dsp:cNvPr id="0" name=""/>
        <dsp:cNvSpPr/>
      </dsp:nvSpPr>
      <dsp:spPr>
        <a:xfrm>
          <a:off x="4138275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4263607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4586" y="2235671"/>
        <a:ext cx="1086031" cy="674315"/>
      </dsp:txXfrm>
    </dsp:sp>
    <dsp:sp modelId="{6ACFF2CF-D9A5-6545-800F-3F08F0412B75}">
      <dsp:nvSpPr>
        <dsp:cNvPr id="0" name=""/>
        <dsp:cNvSpPr/>
      </dsp:nvSpPr>
      <dsp:spPr>
        <a:xfrm>
          <a:off x="551692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474CA-14DC-3447-AAE6-D8BE9CED8738}">
      <dsp:nvSpPr>
        <dsp:cNvPr id="0" name=""/>
        <dsp:cNvSpPr/>
      </dsp:nvSpPr>
      <dsp:spPr>
        <a:xfrm>
          <a:off x="564226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3</a:t>
          </a:r>
        </a:p>
      </dsp:txBody>
      <dsp:txXfrm>
        <a:off x="5663239" y="1191341"/>
        <a:ext cx="1086031" cy="674315"/>
      </dsp:txXfrm>
    </dsp:sp>
    <dsp:sp modelId="{D27D71CF-EC17-A345-9CDF-1E9CE9F3597D}">
      <dsp:nvSpPr>
        <dsp:cNvPr id="0" name=""/>
        <dsp:cNvSpPr/>
      </dsp:nvSpPr>
      <dsp:spPr>
        <a:xfrm>
          <a:off x="551692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5016E-60F8-9D4C-9841-8E93543D0AF1}">
      <dsp:nvSpPr>
        <dsp:cNvPr id="0" name=""/>
        <dsp:cNvSpPr/>
      </dsp:nvSpPr>
      <dsp:spPr>
        <a:xfrm>
          <a:off x="564226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5663239" y="2235671"/>
        <a:ext cx="1086031" cy="674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1A18-1E60-5A49-BB6D-4BB3696F0155}">
      <dsp:nvSpPr>
        <dsp:cNvPr id="0" name=""/>
        <dsp:cNvSpPr/>
      </dsp:nvSpPr>
      <dsp:spPr>
        <a:xfrm>
          <a:off x="466175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C75E-DE0F-CE44-B917-45A24F095EE5}">
      <dsp:nvSpPr>
        <dsp:cNvPr id="0" name=""/>
        <dsp:cNvSpPr/>
      </dsp:nvSpPr>
      <dsp:spPr>
        <a:xfrm>
          <a:off x="332336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446"/>
              </a:lnTo>
              <a:lnTo>
                <a:pt x="1384109" y="224446"/>
              </a:lnTo>
              <a:lnTo>
                <a:pt x="1384109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327764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01770-E9EA-B043-A880-1A3D4E6C9E78}">
      <dsp:nvSpPr>
        <dsp:cNvPr id="0" name=""/>
        <dsp:cNvSpPr/>
      </dsp:nvSpPr>
      <dsp:spPr>
        <a:xfrm>
          <a:off x="3277648" y="720288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89353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D969BE-B0AF-4D47-B042-3307AC855BE1}">
      <dsp:nvSpPr>
        <dsp:cNvPr id="0" name=""/>
        <dsp:cNvSpPr/>
      </dsp:nvSpPr>
      <dsp:spPr>
        <a:xfrm>
          <a:off x="193925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1384109" y="0"/>
              </a:moveTo>
              <a:lnTo>
                <a:pt x="1384109" y="224446"/>
              </a:lnTo>
              <a:lnTo>
                <a:pt x="0" y="224446"/>
              </a:lnTo>
              <a:lnTo>
                <a:pt x="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2757141" y="1180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2882969" y="120717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2904031" y="141779"/>
        <a:ext cx="1090329" cy="676984"/>
      </dsp:txXfrm>
    </dsp:sp>
    <dsp:sp modelId="{D15A4FF7-61DB-C041-ACDA-34C82DE8073F}">
      <dsp:nvSpPr>
        <dsp:cNvPr id="0" name=""/>
        <dsp:cNvSpPr/>
      </dsp:nvSpPr>
      <dsp:spPr>
        <a:xfrm>
          <a:off x="137303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8BE6A-E66A-5246-8B37-89D2DF3E784D}">
      <dsp:nvSpPr>
        <dsp:cNvPr id="0" name=""/>
        <dsp:cNvSpPr/>
      </dsp:nvSpPr>
      <dsp:spPr>
        <a:xfrm>
          <a:off x="149885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4</a:t>
          </a:r>
        </a:p>
      </dsp:txBody>
      <dsp:txXfrm>
        <a:off x="1519921" y="1190242"/>
        <a:ext cx="1090329" cy="676984"/>
      </dsp:txXfrm>
    </dsp:sp>
    <dsp:sp modelId="{0ABF5889-C075-B64D-8835-608EA85885DD}">
      <dsp:nvSpPr>
        <dsp:cNvPr id="0" name=""/>
        <dsp:cNvSpPr/>
      </dsp:nvSpPr>
      <dsp:spPr>
        <a:xfrm>
          <a:off x="137303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49885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19921" y="2238706"/>
        <a:ext cx="1090329" cy="676984"/>
      </dsp:txXfrm>
    </dsp:sp>
    <dsp:sp modelId="{EA156820-9959-6641-8697-37CF96B1464A}">
      <dsp:nvSpPr>
        <dsp:cNvPr id="0" name=""/>
        <dsp:cNvSpPr/>
      </dsp:nvSpPr>
      <dsp:spPr>
        <a:xfrm>
          <a:off x="275714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F14E6-135D-744F-9FAA-30DE65B26AA1}">
      <dsp:nvSpPr>
        <dsp:cNvPr id="0" name=""/>
        <dsp:cNvSpPr/>
      </dsp:nvSpPr>
      <dsp:spPr>
        <a:xfrm>
          <a:off x="288296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5</a:t>
          </a:r>
        </a:p>
      </dsp:txBody>
      <dsp:txXfrm>
        <a:off x="2904031" y="1190242"/>
        <a:ext cx="1090329" cy="676984"/>
      </dsp:txXfrm>
    </dsp:sp>
    <dsp:sp modelId="{89730978-1707-6F44-8618-CE82EAAA229A}">
      <dsp:nvSpPr>
        <dsp:cNvPr id="0" name=""/>
        <dsp:cNvSpPr/>
      </dsp:nvSpPr>
      <dsp:spPr>
        <a:xfrm>
          <a:off x="275714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288296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4031" y="2238706"/>
        <a:ext cx="1090329" cy="676984"/>
      </dsp:txXfrm>
    </dsp:sp>
    <dsp:sp modelId="{6BBF9E03-778A-C64B-B0FC-F955AAB7012B}">
      <dsp:nvSpPr>
        <dsp:cNvPr id="0" name=""/>
        <dsp:cNvSpPr/>
      </dsp:nvSpPr>
      <dsp:spPr>
        <a:xfrm>
          <a:off x="414125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F1170-7594-0F41-8742-0EA7FA38BD4F}">
      <dsp:nvSpPr>
        <dsp:cNvPr id="0" name=""/>
        <dsp:cNvSpPr/>
      </dsp:nvSpPr>
      <dsp:spPr>
        <a:xfrm>
          <a:off x="426707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6</a:t>
          </a:r>
        </a:p>
      </dsp:txBody>
      <dsp:txXfrm>
        <a:off x="4288141" y="1190242"/>
        <a:ext cx="1090329" cy="676984"/>
      </dsp:txXfrm>
    </dsp:sp>
    <dsp:sp modelId="{87D2986D-8100-844C-BF78-BEFAAAE74F28}">
      <dsp:nvSpPr>
        <dsp:cNvPr id="0" name=""/>
        <dsp:cNvSpPr/>
      </dsp:nvSpPr>
      <dsp:spPr>
        <a:xfrm>
          <a:off x="414125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D8625-3663-A049-8664-1FA23E0C2F51}">
      <dsp:nvSpPr>
        <dsp:cNvPr id="0" name=""/>
        <dsp:cNvSpPr/>
      </dsp:nvSpPr>
      <dsp:spPr>
        <a:xfrm>
          <a:off x="426707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8141" y="2238706"/>
        <a:ext cx="1090329" cy="6769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89779-B54A-9542-9678-D8F75A251473}">
      <dsp:nvSpPr>
        <dsp:cNvPr id="0" name=""/>
        <dsp:cNvSpPr/>
      </dsp:nvSpPr>
      <dsp:spPr>
        <a:xfrm>
          <a:off x="6035203" y="1767570"/>
          <a:ext cx="91440" cy="3280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7E17B-B9B2-0C47-BDEE-3C7F5E0F5747}">
      <dsp:nvSpPr>
        <dsp:cNvPr id="0" name=""/>
        <dsp:cNvSpPr/>
      </dsp:nvSpPr>
      <dsp:spPr>
        <a:xfrm>
          <a:off x="3668279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2412643" y="223561"/>
              </a:lnTo>
              <a:lnTo>
                <a:pt x="241264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4012943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491CF-F086-4945-88CB-4107F7357C00}">
      <dsp:nvSpPr>
        <dsp:cNvPr id="0" name=""/>
        <dsp:cNvSpPr/>
      </dsp:nvSpPr>
      <dsp:spPr>
        <a:xfrm>
          <a:off x="332361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84524-2FDE-D143-878E-977943084DE9}">
      <dsp:nvSpPr>
        <dsp:cNvPr id="0" name=""/>
        <dsp:cNvSpPr/>
      </dsp:nvSpPr>
      <dsp:spPr>
        <a:xfrm>
          <a:off x="3668279" y="723240"/>
          <a:ext cx="34466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344663" y="223561"/>
              </a:lnTo>
              <a:lnTo>
                <a:pt x="34466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25563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5B4AB-2F61-9D48-A29E-C0875E946BF1}">
      <dsp:nvSpPr>
        <dsp:cNvPr id="0" name=""/>
        <dsp:cNvSpPr/>
      </dsp:nvSpPr>
      <dsp:spPr>
        <a:xfrm>
          <a:off x="566309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76B8B-4E65-AF44-A23F-AE12CABCA03C}">
      <dsp:nvSpPr>
        <dsp:cNvPr id="0" name=""/>
        <dsp:cNvSpPr/>
      </dsp:nvSpPr>
      <dsp:spPr>
        <a:xfrm>
          <a:off x="1255636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2412643" y="0"/>
              </a:moveTo>
              <a:lnTo>
                <a:pt x="2412643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3104285" y="696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3229617" y="12603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3250596" y="147011"/>
        <a:ext cx="1086031" cy="674315"/>
      </dsp:txXfrm>
    </dsp:sp>
    <dsp:sp modelId="{97F27D3C-C2B1-E84F-9C0F-B21CA3E33DFB}">
      <dsp:nvSpPr>
        <dsp:cNvPr id="0" name=""/>
        <dsp:cNvSpPr/>
      </dsp:nvSpPr>
      <dsp:spPr>
        <a:xfrm>
          <a:off x="691641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B7240-9C42-E647-8B6D-BF5A712AA335}">
      <dsp:nvSpPr>
        <dsp:cNvPr id="0" name=""/>
        <dsp:cNvSpPr/>
      </dsp:nvSpPr>
      <dsp:spPr>
        <a:xfrm>
          <a:off x="816973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Plot1</a:t>
          </a:r>
        </a:p>
      </dsp:txBody>
      <dsp:txXfrm>
        <a:off x="837952" y="1191341"/>
        <a:ext cx="1086031" cy="674315"/>
      </dsp:txXfrm>
    </dsp:sp>
    <dsp:sp modelId="{A654C64B-F590-2E4D-9620-DCB04A5A63D0}">
      <dsp:nvSpPr>
        <dsp:cNvPr id="0" name=""/>
        <dsp:cNvSpPr/>
      </dsp:nvSpPr>
      <dsp:spPr>
        <a:xfrm>
          <a:off x="2314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5CB74-37EA-1E4D-8C4C-C7EB91162601}">
      <dsp:nvSpPr>
        <dsp:cNvPr id="0" name=""/>
        <dsp:cNvSpPr/>
      </dsp:nvSpPr>
      <dsp:spPr>
        <a:xfrm>
          <a:off x="127646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48625" y="2235671"/>
        <a:ext cx="1086031" cy="674315"/>
      </dsp:txXfrm>
    </dsp:sp>
    <dsp:sp modelId="{0ABF5889-C075-B64D-8835-608EA85885DD}">
      <dsp:nvSpPr>
        <dsp:cNvPr id="0" name=""/>
        <dsp:cNvSpPr/>
      </dsp:nvSpPr>
      <dsp:spPr>
        <a:xfrm>
          <a:off x="138096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50630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27279" y="2235671"/>
        <a:ext cx="1086031" cy="674315"/>
      </dsp:txXfrm>
    </dsp:sp>
    <dsp:sp modelId="{2EB31786-3247-2347-81F7-621C680A0AE4}">
      <dsp:nvSpPr>
        <dsp:cNvPr id="0" name=""/>
        <dsp:cNvSpPr/>
      </dsp:nvSpPr>
      <dsp:spPr>
        <a:xfrm>
          <a:off x="344894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387A3-B822-894B-82E1-E48AEDA4E399}">
      <dsp:nvSpPr>
        <dsp:cNvPr id="0" name=""/>
        <dsp:cNvSpPr/>
      </dsp:nvSpPr>
      <dsp:spPr>
        <a:xfrm>
          <a:off x="357428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2</a:t>
          </a:r>
        </a:p>
      </dsp:txBody>
      <dsp:txXfrm>
        <a:off x="3595259" y="1191341"/>
        <a:ext cx="1086031" cy="674315"/>
      </dsp:txXfrm>
    </dsp:sp>
    <dsp:sp modelId="{90A233D3-663C-DE4D-B1A9-DBBC8097A5C8}">
      <dsp:nvSpPr>
        <dsp:cNvPr id="0" name=""/>
        <dsp:cNvSpPr/>
      </dsp:nvSpPr>
      <dsp:spPr>
        <a:xfrm>
          <a:off x="2759621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5E522-F17C-E848-9B1E-74CDCD1522AA}">
      <dsp:nvSpPr>
        <dsp:cNvPr id="0" name=""/>
        <dsp:cNvSpPr/>
      </dsp:nvSpPr>
      <dsp:spPr>
        <a:xfrm>
          <a:off x="2884953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5932" y="2235671"/>
        <a:ext cx="1086031" cy="674315"/>
      </dsp:txXfrm>
    </dsp:sp>
    <dsp:sp modelId="{89730978-1707-6F44-8618-CE82EAAA229A}">
      <dsp:nvSpPr>
        <dsp:cNvPr id="0" name=""/>
        <dsp:cNvSpPr/>
      </dsp:nvSpPr>
      <dsp:spPr>
        <a:xfrm>
          <a:off x="4138275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4263607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4586" y="2235671"/>
        <a:ext cx="1086031" cy="674315"/>
      </dsp:txXfrm>
    </dsp:sp>
    <dsp:sp modelId="{6ACFF2CF-D9A5-6545-800F-3F08F0412B75}">
      <dsp:nvSpPr>
        <dsp:cNvPr id="0" name=""/>
        <dsp:cNvSpPr/>
      </dsp:nvSpPr>
      <dsp:spPr>
        <a:xfrm>
          <a:off x="551692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474CA-14DC-3447-AAE6-D8BE9CED8738}">
      <dsp:nvSpPr>
        <dsp:cNvPr id="0" name=""/>
        <dsp:cNvSpPr/>
      </dsp:nvSpPr>
      <dsp:spPr>
        <a:xfrm>
          <a:off x="564226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3</a:t>
          </a:r>
        </a:p>
      </dsp:txBody>
      <dsp:txXfrm>
        <a:off x="5663239" y="1191341"/>
        <a:ext cx="1086031" cy="674315"/>
      </dsp:txXfrm>
    </dsp:sp>
    <dsp:sp modelId="{D27D71CF-EC17-A345-9CDF-1E9CE9F3597D}">
      <dsp:nvSpPr>
        <dsp:cNvPr id="0" name=""/>
        <dsp:cNvSpPr/>
      </dsp:nvSpPr>
      <dsp:spPr>
        <a:xfrm>
          <a:off x="551692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5016E-60F8-9D4C-9841-8E93543D0AF1}">
      <dsp:nvSpPr>
        <dsp:cNvPr id="0" name=""/>
        <dsp:cNvSpPr/>
      </dsp:nvSpPr>
      <dsp:spPr>
        <a:xfrm>
          <a:off x="564226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5663239" y="2235671"/>
        <a:ext cx="1086031" cy="6743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1A18-1E60-5A49-BB6D-4BB3696F0155}">
      <dsp:nvSpPr>
        <dsp:cNvPr id="0" name=""/>
        <dsp:cNvSpPr/>
      </dsp:nvSpPr>
      <dsp:spPr>
        <a:xfrm>
          <a:off x="466175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C75E-DE0F-CE44-B917-45A24F095EE5}">
      <dsp:nvSpPr>
        <dsp:cNvPr id="0" name=""/>
        <dsp:cNvSpPr/>
      </dsp:nvSpPr>
      <dsp:spPr>
        <a:xfrm>
          <a:off x="332336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446"/>
              </a:lnTo>
              <a:lnTo>
                <a:pt x="1384109" y="224446"/>
              </a:lnTo>
              <a:lnTo>
                <a:pt x="1384109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327764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01770-E9EA-B043-A880-1A3D4E6C9E78}">
      <dsp:nvSpPr>
        <dsp:cNvPr id="0" name=""/>
        <dsp:cNvSpPr/>
      </dsp:nvSpPr>
      <dsp:spPr>
        <a:xfrm>
          <a:off x="3277648" y="720288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89353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D969BE-B0AF-4D47-B042-3307AC855BE1}">
      <dsp:nvSpPr>
        <dsp:cNvPr id="0" name=""/>
        <dsp:cNvSpPr/>
      </dsp:nvSpPr>
      <dsp:spPr>
        <a:xfrm>
          <a:off x="193925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1384109" y="0"/>
              </a:moveTo>
              <a:lnTo>
                <a:pt x="1384109" y="224446"/>
              </a:lnTo>
              <a:lnTo>
                <a:pt x="0" y="224446"/>
              </a:lnTo>
              <a:lnTo>
                <a:pt x="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2757141" y="1180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2882969" y="120717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2904031" y="141779"/>
        <a:ext cx="1090329" cy="676984"/>
      </dsp:txXfrm>
    </dsp:sp>
    <dsp:sp modelId="{D15A4FF7-61DB-C041-ACDA-34C82DE8073F}">
      <dsp:nvSpPr>
        <dsp:cNvPr id="0" name=""/>
        <dsp:cNvSpPr/>
      </dsp:nvSpPr>
      <dsp:spPr>
        <a:xfrm>
          <a:off x="137303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8BE6A-E66A-5246-8B37-89D2DF3E784D}">
      <dsp:nvSpPr>
        <dsp:cNvPr id="0" name=""/>
        <dsp:cNvSpPr/>
      </dsp:nvSpPr>
      <dsp:spPr>
        <a:xfrm>
          <a:off x="149885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4</a:t>
          </a:r>
        </a:p>
      </dsp:txBody>
      <dsp:txXfrm>
        <a:off x="1519921" y="1190242"/>
        <a:ext cx="1090329" cy="676984"/>
      </dsp:txXfrm>
    </dsp:sp>
    <dsp:sp modelId="{0ABF5889-C075-B64D-8835-608EA85885DD}">
      <dsp:nvSpPr>
        <dsp:cNvPr id="0" name=""/>
        <dsp:cNvSpPr/>
      </dsp:nvSpPr>
      <dsp:spPr>
        <a:xfrm>
          <a:off x="137303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49885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19921" y="2238706"/>
        <a:ext cx="1090329" cy="676984"/>
      </dsp:txXfrm>
    </dsp:sp>
    <dsp:sp modelId="{EA156820-9959-6641-8697-37CF96B1464A}">
      <dsp:nvSpPr>
        <dsp:cNvPr id="0" name=""/>
        <dsp:cNvSpPr/>
      </dsp:nvSpPr>
      <dsp:spPr>
        <a:xfrm>
          <a:off x="275714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F14E6-135D-744F-9FAA-30DE65B26AA1}">
      <dsp:nvSpPr>
        <dsp:cNvPr id="0" name=""/>
        <dsp:cNvSpPr/>
      </dsp:nvSpPr>
      <dsp:spPr>
        <a:xfrm>
          <a:off x="288296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5</a:t>
          </a:r>
        </a:p>
      </dsp:txBody>
      <dsp:txXfrm>
        <a:off x="2904031" y="1190242"/>
        <a:ext cx="1090329" cy="676984"/>
      </dsp:txXfrm>
    </dsp:sp>
    <dsp:sp modelId="{89730978-1707-6F44-8618-CE82EAAA229A}">
      <dsp:nvSpPr>
        <dsp:cNvPr id="0" name=""/>
        <dsp:cNvSpPr/>
      </dsp:nvSpPr>
      <dsp:spPr>
        <a:xfrm>
          <a:off x="275714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288296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4031" y="2238706"/>
        <a:ext cx="1090329" cy="676984"/>
      </dsp:txXfrm>
    </dsp:sp>
    <dsp:sp modelId="{6BBF9E03-778A-C64B-B0FC-F955AAB7012B}">
      <dsp:nvSpPr>
        <dsp:cNvPr id="0" name=""/>
        <dsp:cNvSpPr/>
      </dsp:nvSpPr>
      <dsp:spPr>
        <a:xfrm>
          <a:off x="414125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F1170-7594-0F41-8742-0EA7FA38BD4F}">
      <dsp:nvSpPr>
        <dsp:cNvPr id="0" name=""/>
        <dsp:cNvSpPr/>
      </dsp:nvSpPr>
      <dsp:spPr>
        <a:xfrm>
          <a:off x="426707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6</a:t>
          </a:r>
        </a:p>
      </dsp:txBody>
      <dsp:txXfrm>
        <a:off x="4288141" y="1190242"/>
        <a:ext cx="1090329" cy="676984"/>
      </dsp:txXfrm>
    </dsp:sp>
    <dsp:sp modelId="{87D2986D-8100-844C-BF78-BEFAAAE74F28}">
      <dsp:nvSpPr>
        <dsp:cNvPr id="0" name=""/>
        <dsp:cNvSpPr/>
      </dsp:nvSpPr>
      <dsp:spPr>
        <a:xfrm>
          <a:off x="414125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D8625-3663-A049-8664-1FA23E0C2F51}">
      <dsp:nvSpPr>
        <dsp:cNvPr id="0" name=""/>
        <dsp:cNvSpPr/>
      </dsp:nvSpPr>
      <dsp:spPr>
        <a:xfrm>
          <a:off x="426707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8141" y="2238706"/>
        <a:ext cx="1090329" cy="6769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89779-B54A-9542-9678-D8F75A251473}">
      <dsp:nvSpPr>
        <dsp:cNvPr id="0" name=""/>
        <dsp:cNvSpPr/>
      </dsp:nvSpPr>
      <dsp:spPr>
        <a:xfrm>
          <a:off x="6035203" y="1767570"/>
          <a:ext cx="91440" cy="3280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7E17B-B9B2-0C47-BDEE-3C7F5E0F5747}">
      <dsp:nvSpPr>
        <dsp:cNvPr id="0" name=""/>
        <dsp:cNvSpPr/>
      </dsp:nvSpPr>
      <dsp:spPr>
        <a:xfrm>
          <a:off x="3668279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2412643" y="223561"/>
              </a:lnTo>
              <a:lnTo>
                <a:pt x="241264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4012943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491CF-F086-4945-88CB-4107F7357C00}">
      <dsp:nvSpPr>
        <dsp:cNvPr id="0" name=""/>
        <dsp:cNvSpPr/>
      </dsp:nvSpPr>
      <dsp:spPr>
        <a:xfrm>
          <a:off x="332361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84524-2FDE-D143-878E-977943084DE9}">
      <dsp:nvSpPr>
        <dsp:cNvPr id="0" name=""/>
        <dsp:cNvSpPr/>
      </dsp:nvSpPr>
      <dsp:spPr>
        <a:xfrm>
          <a:off x="3668279" y="723240"/>
          <a:ext cx="344663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344663" y="223561"/>
              </a:lnTo>
              <a:lnTo>
                <a:pt x="344663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255636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61"/>
              </a:lnTo>
              <a:lnTo>
                <a:pt x="689326" y="223561"/>
              </a:lnTo>
              <a:lnTo>
                <a:pt x="689326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5B4AB-2F61-9D48-A29E-C0875E946BF1}">
      <dsp:nvSpPr>
        <dsp:cNvPr id="0" name=""/>
        <dsp:cNvSpPr/>
      </dsp:nvSpPr>
      <dsp:spPr>
        <a:xfrm>
          <a:off x="566309" y="1767570"/>
          <a:ext cx="689326" cy="328056"/>
        </a:xfrm>
        <a:custGeom>
          <a:avLst/>
          <a:gdLst/>
          <a:ahLst/>
          <a:cxnLst/>
          <a:rect l="0" t="0" r="0" b="0"/>
          <a:pathLst>
            <a:path>
              <a:moveTo>
                <a:pt x="689326" y="0"/>
              </a:moveTo>
              <a:lnTo>
                <a:pt x="689326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76B8B-4E65-AF44-A23F-AE12CABCA03C}">
      <dsp:nvSpPr>
        <dsp:cNvPr id="0" name=""/>
        <dsp:cNvSpPr/>
      </dsp:nvSpPr>
      <dsp:spPr>
        <a:xfrm>
          <a:off x="1255636" y="723240"/>
          <a:ext cx="2412643" cy="328056"/>
        </a:xfrm>
        <a:custGeom>
          <a:avLst/>
          <a:gdLst/>
          <a:ahLst/>
          <a:cxnLst/>
          <a:rect l="0" t="0" r="0" b="0"/>
          <a:pathLst>
            <a:path>
              <a:moveTo>
                <a:pt x="2412643" y="0"/>
              </a:moveTo>
              <a:lnTo>
                <a:pt x="2412643" y="223561"/>
              </a:lnTo>
              <a:lnTo>
                <a:pt x="0" y="223561"/>
              </a:lnTo>
              <a:lnTo>
                <a:pt x="0" y="3280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3104285" y="696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3229617" y="12603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3250596" y="147011"/>
        <a:ext cx="1086031" cy="674315"/>
      </dsp:txXfrm>
    </dsp:sp>
    <dsp:sp modelId="{97F27D3C-C2B1-E84F-9C0F-B21CA3E33DFB}">
      <dsp:nvSpPr>
        <dsp:cNvPr id="0" name=""/>
        <dsp:cNvSpPr/>
      </dsp:nvSpPr>
      <dsp:spPr>
        <a:xfrm>
          <a:off x="691641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B7240-9C42-E647-8B6D-BF5A712AA335}">
      <dsp:nvSpPr>
        <dsp:cNvPr id="0" name=""/>
        <dsp:cNvSpPr/>
      </dsp:nvSpPr>
      <dsp:spPr>
        <a:xfrm>
          <a:off x="816973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Plot1</a:t>
          </a:r>
        </a:p>
      </dsp:txBody>
      <dsp:txXfrm>
        <a:off x="837952" y="1191341"/>
        <a:ext cx="1086031" cy="674315"/>
      </dsp:txXfrm>
    </dsp:sp>
    <dsp:sp modelId="{A654C64B-F590-2E4D-9620-DCB04A5A63D0}">
      <dsp:nvSpPr>
        <dsp:cNvPr id="0" name=""/>
        <dsp:cNvSpPr/>
      </dsp:nvSpPr>
      <dsp:spPr>
        <a:xfrm>
          <a:off x="2314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5CB74-37EA-1E4D-8C4C-C7EB91162601}">
      <dsp:nvSpPr>
        <dsp:cNvPr id="0" name=""/>
        <dsp:cNvSpPr/>
      </dsp:nvSpPr>
      <dsp:spPr>
        <a:xfrm>
          <a:off x="127646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48625" y="2235671"/>
        <a:ext cx="1086031" cy="674315"/>
      </dsp:txXfrm>
    </dsp:sp>
    <dsp:sp modelId="{0ABF5889-C075-B64D-8835-608EA85885DD}">
      <dsp:nvSpPr>
        <dsp:cNvPr id="0" name=""/>
        <dsp:cNvSpPr/>
      </dsp:nvSpPr>
      <dsp:spPr>
        <a:xfrm>
          <a:off x="138096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50630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27279" y="2235671"/>
        <a:ext cx="1086031" cy="674315"/>
      </dsp:txXfrm>
    </dsp:sp>
    <dsp:sp modelId="{2EB31786-3247-2347-81F7-621C680A0AE4}">
      <dsp:nvSpPr>
        <dsp:cNvPr id="0" name=""/>
        <dsp:cNvSpPr/>
      </dsp:nvSpPr>
      <dsp:spPr>
        <a:xfrm>
          <a:off x="344894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387A3-B822-894B-82E1-E48AEDA4E399}">
      <dsp:nvSpPr>
        <dsp:cNvPr id="0" name=""/>
        <dsp:cNvSpPr/>
      </dsp:nvSpPr>
      <dsp:spPr>
        <a:xfrm>
          <a:off x="357428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2</a:t>
          </a:r>
        </a:p>
      </dsp:txBody>
      <dsp:txXfrm>
        <a:off x="3595259" y="1191341"/>
        <a:ext cx="1086031" cy="674315"/>
      </dsp:txXfrm>
    </dsp:sp>
    <dsp:sp modelId="{90A233D3-663C-DE4D-B1A9-DBBC8097A5C8}">
      <dsp:nvSpPr>
        <dsp:cNvPr id="0" name=""/>
        <dsp:cNvSpPr/>
      </dsp:nvSpPr>
      <dsp:spPr>
        <a:xfrm>
          <a:off x="2759621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5E522-F17C-E848-9B1E-74CDCD1522AA}">
      <dsp:nvSpPr>
        <dsp:cNvPr id="0" name=""/>
        <dsp:cNvSpPr/>
      </dsp:nvSpPr>
      <dsp:spPr>
        <a:xfrm>
          <a:off x="2884953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5932" y="2235671"/>
        <a:ext cx="1086031" cy="674315"/>
      </dsp:txXfrm>
    </dsp:sp>
    <dsp:sp modelId="{89730978-1707-6F44-8618-CE82EAAA229A}">
      <dsp:nvSpPr>
        <dsp:cNvPr id="0" name=""/>
        <dsp:cNvSpPr/>
      </dsp:nvSpPr>
      <dsp:spPr>
        <a:xfrm>
          <a:off x="4138275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4263607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4586" y="2235671"/>
        <a:ext cx="1086031" cy="674315"/>
      </dsp:txXfrm>
    </dsp:sp>
    <dsp:sp modelId="{6ACFF2CF-D9A5-6545-800F-3F08F0412B75}">
      <dsp:nvSpPr>
        <dsp:cNvPr id="0" name=""/>
        <dsp:cNvSpPr/>
      </dsp:nvSpPr>
      <dsp:spPr>
        <a:xfrm>
          <a:off x="5516928" y="105129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474CA-14DC-3447-AAE6-D8BE9CED8738}">
      <dsp:nvSpPr>
        <dsp:cNvPr id="0" name=""/>
        <dsp:cNvSpPr/>
      </dsp:nvSpPr>
      <dsp:spPr>
        <a:xfrm>
          <a:off x="5642260" y="117036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3</a:t>
          </a:r>
        </a:p>
      </dsp:txBody>
      <dsp:txXfrm>
        <a:off x="5663239" y="1191341"/>
        <a:ext cx="1086031" cy="674315"/>
      </dsp:txXfrm>
    </dsp:sp>
    <dsp:sp modelId="{D27D71CF-EC17-A345-9CDF-1E9CE9F3597D}">
      <dsp:nvSpPr>
        <dsp:cNvPr id="0" name=""/>
        <dsp:cNvSpPr/>
      </dsp:nvSpPr>
      <dsp:spPr>
        <a:xfrm>
          <a:off x="5516928" y="2095627"/>
          <a:ext cx="1127989" cy="7162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5016E-60F8-9D4C-9841-8E93543D0AF1}">
      <dsp:nvSpPr>
        <dsp:cNvPr id="0" name=""/>
        <dsp:cNvSpPr/>
      </dsp:nvSpPr>
      <dsp:spPr>
        <a:xfrm>
          <a:off x="5642260" y="2214692"/>
          <a:ext cx="1127989" cy="716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5663239" y="2235671"/>
        <a:ext cx="1086031" cy="6743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1A18-1E60-5A49-BB6D-4BB3696F0155}">
      <dsp:nvSpPr>
        <dsp:cNvPr id="0" name=""/>
        <dsp:cNvSpPr/>
      </dsp:nvSpPr>
      <dsp:spPr>
        <a:xfrm>
          <a:off x="466175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C75E-DE0F-CE44-B917-45A24F095EE5}">
      <dsp:nvSpPr>
        <dsp:cNvPr id="0" name=""/>
        <dsp:cNvSpPr/>
      </dsp:nvSpPr>
      <dsp:spPr>
        <a:xfrm>
          <a:off x="332336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446"/>
              </a:lnTo>
              <a:lnTo>
                <a:pt x="1384109" y="224446"/>
              </a:lnTo>
              <a:lnTo>
                <a:pt x="1384109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3F24D-EFAF-8643-A3CD-5CBEB609C8C5}">
      <dsp:nvSpPr>
        <dsp:cNvPr id="0" name=""/>
        <dsp:cNvSpPr/>
      </dsp:nvSpPr>
      <dsp:spPr>
        <a:xfrm>
          <a:off x="327764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01770-E9EA-B043-A880-1A3D4E6C9E78}">
      <dsp:nvSpPr>
        <dsp:cNvPr id="0" name=""/>
        <dsp:cNvSpPr/>
      </dsp:nvSpPr>
      <dsp:spPr>
        <a:xfrm>
          <a:off x="3277648" y="720288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6C0DB-B660-B24F-91C8-C8DAE7CF1B62}">
      <dsp:nvSpPr>
        <dsp:cNvPr id="0" name=""/>
        <dsp:cNvSpPr/>
      </dsp:nvSpPr>
      <dsp:spPr>
        <a:xfrm>
          <a:off x="1893538" y="1768752"/>
          <a:ext cx="91440" cy="3293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3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D969BE-B0AF-4D47-B042-3307AC855BE1}">
      <dsp:nvSpPr>
        <dsp:cNvPr id="0" name=""/>
        <dsp:cNvSpPr/>
      </dsp:nvSpPr>
      <dsp:spPr>
        <a:xfrm>
          <a:off x="1939258" y="720288"/>
          <a:ext cx="1384109" cy="329355"/>
        </a:xfrm>
        <a:custGeom>
          <a:avLst/>
          <a:gdLst/>
          <a:ahLst/>
          <a:cxnLst/>
          <a:rect l="0" t="0" r="0" b="0"/>
          <a:pathLst>
            <a:path>
              <a:moveTo>
                <a:pt x="1384109" y="0"/>
              </a:moveTo>
              <a:lnTo>
                <a:pt x="1384109" y="224446"/>
              </a:lnTo>
              <a:lnTo>
                <a:pt x="0" y="224446"/>
              </a:lnTo>
              <a:lnTo>
                <a:pt x="0" y="3293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CAA1A-6332-264B-8AAD-79004C61D416}">
      <dsp:nvSpPr>
        <dsp:cNvPr id="0" name=""/>
        <dsp:cNvSpPr/>
      </dsp:nvSpPr>
      <dsp:spPr>
        <a:xfrm>
          <a:off x="2757141" y="1180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A9474-20AC-9D4F-BD19-80A20719E569}">
      <dsp:nvSpPr>
        <dsp:cNvPr id="0" name=""/>
        <dsp:cNvSpPr/>
      </dsp:nvSpPr>
      <dsp:spPr>
        <a:xfrm>
          <a:off x="2882969" y="120717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Year</a:t>
          </a:r>
        </a:p>
      </dsp:txBody>
      <dsp:txXfrm>
        <a:off x="2904031" y="141779"/>
        <a:ext cx="1090329" cy="676984"/>
      </dsp:txXfrm>
    </dsp:sp>
    <dsp:sp modelId="{D15A4FF7-61DB-C041-ACDA-34C82DE8073F}">
      <dsp:nvSpPr>
        <dsp:cNvPr id="0" name=""/>
        <dsp:cNvSpPr/>
      </dsp:nvSpPr>
      <dsp:spPr>
        <a:xfrm>
          <a:off x="137303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8BE6A-E66A-5246-8B37-89D2DF3E784D}">
      <dsp:nvSpPr>
        <dsp:cNvPr id="0" name=""/>
        <dsp:cNvSpPr/>
      </dsp:nvSpPr>
      <dsp:spPr>
        <a:xfrm>
          <a:off x="149885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4</a:t>
          </a:r>
        </a:p>
      </dsp:txBody>
      <dsp:txXfrm>
        <a:off x="1519921" y="1190242"/>
        <a:ext cx="1090329" cy="676984"/>
      </dsp:txXfrm>
    </dsp:sp>
    <dsp:sp modelId="{0ABF5889-C075-B64D-8835-608EA85885DD}">
      <dsp:nvSpPr>
        <dsp:cNvPr id="0" name=""/>
        <dsp:cNvSpPr/>
      </dsp:nvSpPr>
      <dsp:spPr>
        <a:xfrm>
          <a:off x="137303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0A31C-D3D7-C447-9C93-72FFA4911BEB}">
      <dsp:nvSpPr>
        <dsp:cNvPr id="0" name=""/>
        <dsp:cNvSpPr/>
      </dsp:nvSpPr>
      <dsp:spPr>
        <a:xfrm>
          <a:off x="149885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1519921" y="2238706"/>
        <a:ext cx="1090329" cy="676984"/>
      </dsp:txXfrm>
    </dsp:sp>
    <dsp:sp modelId="{EA156820-9959-6641-8697-37CF96B1464A}">
      <dsp:nvSpPr>
        <dsp:cNvPr id="0" name=""/>
        <dsp:cNvSpPr/>
      </dsp:nvSpPr>
      <dsp:spPr>
        <a:xfrm>
          <a:off x="275714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F14E6-135D-744F-9FAA-30DE65B26AA1}">
      <dsp:nvSpPr>
        <dsp:cNvPr id="0" name=""/>
        <dsp:cNvSpPr/>
      </dsp:nvSpPr>
      <dsp:spPr>
        <a:xfrm>
          <a:off x="288296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5</a:t>
          </a:r>
        </a:p>
      </dsp:txBody>
      <dsp:txXfrm>
        <a:off x="2904031" y="1190242"/>
        <a:ext cx="1090329" cy="676984"/>
      </dsp:txXfrm>
    </dsp:sp>
    <dsp:sp modelId="{89730978-1707-6F44-8618-CE82EAAA229A}">
      <dsp:nvSpPr>
        <dsp:cNvPr id="0" name=""/>
        <dsp:cNvSpPr/>
      </dsp:nvSpPr>
      <dsp:spPr>
        <a:xfrm>
          <a:off x="275714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ECAA-5EB6-0C48-ADC6-13DBFE1E7AC4}">
      <dsp:nvSpPr>
        <dsp:cNvPr id="0" name=""/>
        <dsp:cNvSpPr/>
      </dsp:nvSpPr>
      <dsp:spPr>
        <a:xfrm>
          <a:off x="288296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2904031" y="2238706"/>
        <a:ext cx="1090329" cy="676984"/>
      </dsp:txXfrm>
    </dsp:sp>
    <dsp:sp modelId="{6BBF9E03-778A-C64B-B0FC-F955AAB7012B}">
      <dsp:nvSpPr>
        <dsp:cNvPr id="0" name=""/>
        <dsp:cNvSpPr/>
      </dsp:nvSpPr>
      <dsp:spPr>
        <a:xfrm>
          <a:off x="4141251" y="1049644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F1170-7594-0F41-8742-0EA7FA38BD4F}">
      <dsp:nvSpPr>
        <dsp:cNvPr id="0" name=""/>
        <dsp:cNvSpPr/>
      </dsp:nvSpPr>
      <dsp:spPr>
        <a:xfrm>
          <a:off x="4267079" y="1169180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Plot 6</a:t>
          </a:r>
        </a:p>
      </dsp:txBody>
      <dsp:txXfrm>
        <a:off x="4288141" y="1190242"/>
        <a:ext cx="1090329" cy="676984"/>
      </dsp:txXfrm>
    </dsp:sp>
    <dsp:sp modelId="{87D2986D-8100-844C-BF78-BEFAAAE74F28}">
      <dsp:nvSpPr>
        <dsp:cNvPr id="0" name=""/>
        <dsp:cNvSpPr/>
      </dsp:nvSpPr>
      <dsp:spPr>
        <a:xfrm>
          <a:off x="4141251" y="2098107"/>
          <a:ext cx="1132453" cy="719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D8625-3663-A049-8664-1FA23E0C2F51}">
      <dsp:nvSpPr>
        <dsp:cNvPr id="0" name=""/>
        <dsp:cNvSpPr/>
      </dsp:nvSpPr>
      <dsp:spPr>
        <a:xfrm>
          <a:off x="4267079" y="2217644"/>
          <a:ext cx="1132453" cy="719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Obs</a:t>
          </a:r>
          <a:endParaRPr lang="en-GB" sz="2900" kern="1200" dirty="0"/>
        </a:p>
      </dsp:txBody>
      <dsp:txXfrm>
        <a:off x="4288141" y="2238706"/>
        <a:ext cx="1090329" cy="676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52A75-57D8-9B42-968A-5271F85CAE7C}" type="datetimeFigureOut">
              <a:rPr lang="en-US" smtClean="0"/>
              <a:t>8/30/22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1180B-88E3-6E49-B4D6-9919054BF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5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2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9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8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6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3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3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8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0FA0D-1A8D-2743-9A5B-2C0323EAF7D6}" type="datetimeFigureOut">
              <a:rPr lang="en-US" smtClean="0"/>
              <a:t>8/30/22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u.edu/dept/nkbiology/naturetrail/speciespages/house_sparrow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ommons.wikimedia.org/wiki/File:House_Sparrow_Male_(Passer_Domesticus).jpg" TargetMode="Externa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613" y="1399765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/>
              <a:t>Statistics </a:t>
            </a:r>
            <a:br>
              <a:rPr lang="en-US" sz="8000" dirty="0"/>
            </a:br>
            <a:r>
              <a:rPr lang="en-US" sz="8000" dirty="0"/>
              <a:t>with </a:t>
            </a:r>
            <a:br>
              <a:rPr lang="en-US" sz="8000" dirty="0"/>
            </a:br>
            <a:r>
              <a:rPr lang="en-US" sz="8000" dirty="0"/>
              <a:t>Spa            </a:t>
            </a:r>
            <a:r>
              <a:rPr lang="en-US" sz="8000" dirty="0" err="1"/>
              <a:t>ows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2904" y="4252877"/>
            <a:ext cx="9144000" cy="1655762"/>
          </a:xfrm>
        </p:spPr>
        <p:txBody>
          <a:bodyPr/>
          <a:lstStyle/>
          <a:p>
            <a:r>
              <a:rPr lang="en-US" sz="3600" dirty="0"/>
              <a:t>Lecture 14</a:t>
            </a:r>
          </a:p>
          <a:p>
            <a:r>
              <a:rPr lang="en-US" dirty="0"/>
              <a:t>Julia Schroeder</a:t>
            </a:r>
          </a:p>
          <a:p>
            <a:r>
              <a:rPr lang="en-US" dirty="0" err="1"/>
              <a:t>Julia.schroeder@imperial.ac.uk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75" y="2693158"/>
            <a:ext cx="1198069" cy="908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312" y="2693158"/>
            <a:ext cx="1198069" cy="9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1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4805-9333-EB44-9DA6-84CA36AA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/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72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7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72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  <a:blipFill>
                <a:blip r:embed="rId2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00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4805-9333-EB44-9DA6-84CA36AA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 –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/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  <m:r>
                                <a:rPr lang="en-GB" sz="54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54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E84D51-E745-824D-8491-3A5DBF82B8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3494451"/>
              </p:ext>
            </p:extLst>
          </p:nvPr>
        </p:nvGraphicFramePr>
        <p:xfrm>
          <a:off x="1184563" y="3449780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79D1C47-5E18-2A45-A898-72C68DAA1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8184152"/>
              </p:ext>
            </p:extLst>
          </p:nvPr>
        </p:nvGraphicFramePr>
        <p:xfrm>
          <a:off x="6726380" y="3449782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B944D1-E948-784E-A3F3-CFB2B75A4BF6}"/>
              </a:ext>
            </a:extLst>
          </p:cNvPr>
          <p:cNvSpPr txBox="1"/>
          <p:nvPr/>
        </p:nvSpPr>
        <p:spPr>
          <a:xfrm>
            <a:off x="385317" y="352406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96420-EDE4-2440-9654-06276D53B560}"/>
              </a:ext>
            </a:extLst>
          </p:cNvPr>
          <p:cNvSpPr txBox="1"/>
          <p:nvPr/>
        </p:nvSpPr>
        <p:spPr>
          <a:xfrm>
            <a:off x="435011" y="4604093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9194A-2D10-F749-8C96-9068B9D8DB32}"/>
              </a:ext>
            </a:extLst>
          </p:cNvPr>
          <p:cNvSpPr txBox="1"/>
          <p:nvPr/>
        </p:nvSpPr>
        <p:spPr>
          <a:xfrm>
            <a:off x="435011" y="573588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F58AC6-9CA7-F64D-8848-29E3E6E31F17}"/>
              </a:ext>
            </a:extLst>
          </p:cNvPr>
          <p:cNvSpPr/>
          <p:nvPr/>
        </p:nvSpPr>
        <p:spPr>
          <a:xfrm>
            <a:off x="0" y="3311236"/>
            <a:ext cx="12596670" cy="2230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5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4805-9333-EB44-9DA6-84CA36AA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 –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/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  <m:r>
                                <a:rPr lang="en-GB" sz="54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54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E84D51-E745-824D-8491-3A5DBF82B8D8}"/>
              </a:ext>
            </a:extLst>
          </p:cNvPr>
          <p:cNvGraphicFramePr/>
          <p:nvPr/>
        </p:nvGraphicFramePr>
        <p:xfrm>
          <a:off x="1184563" y="3449780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79D1C47-5E18-2A45-A898-72C68DAA11CB}"/>
              </a:ext>
            </a:extLst>
          </p:cNvPr>
          <p:cNvGraphicFramePr/>
          <p:nvPr/>
        </p:nvGraphicFramePr>
        <p:xfrm>
          <a:off x="6726380" y="3449782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B944D1-E948-784E-A3F3-CFB2B75A4BF6}"/>
              </a:ext>
            </a:extLst>
          </p:cNvPr>
          <p:cNvSpPr txBox="1"/>
          <p:nvPr/>
        </p:nvSpPr>
        <p:spPr>
          <a:xfrm>
            <a:off x="385317" y="352406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96420-EDE4-2440-9654-06276D53B560}"/>
              </a:ext>
            </a:extLst>
          </p:cNvPr>
          <p:cNvSpPr txBox="1"/>
          <p:nvPr/>
        </p:nvSpPr>
        <p:spPr>
          <a:xfrm>
            <a:off x="435011" y="4604093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9194A-2D10-F749-8C96-9068B9D8DB32}"/>
              </a:ext>
            </a:extLst>
          </p:cNvPr>
          <p:cNvSpPr txBox="1"/>
          <p:nvPr/>
        </p:nvSpPr>
        <p:spPr>
          <a:xfrm>
            <a:off x="435011" y="573588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F58AC6-9CA7-F64D-8848-29E3E6E31F17}"/>
              </a:ext>
            </a:extLst>
          </p:cNvPr>
          <p:cNvSpPr/>
          <p:nvPr/>
        </p:nvSpPr>
        <p:spPr>
          <a:xfrm>
            <a:off x="0" y="3339399"/>
            <a:ext cx="12596670" cy="1145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6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4805-9333-EB44-9DA6-84CA36AA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 –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/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54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5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  <m:r>
                                <a:rPr lang="en-GB" sz="54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sz="54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54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54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D4B225-B6B5-894B-B1A6-3F493ADD5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1638496"/>
                <a:ext cx="13001341" cy="990207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E84D51-E745-824D-8491-3A5DBF82B8D8}"/>
              </a:ext>
            </a:extLst>
          </p:cNvPr>
          <p:cNvGraphicFramePr/>
          <p:nvPr/>
        </p:nvGraphicFramePr>
        <p:xfrm>
          <a:off x="1184563" y="3449780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79D1C47-5E18-2A45-A898-72C68DAA11CB}"/>
              </a:ext>
            </a:extLst>
          </p:cNvPr>
          <p:cNvGraphicFramePr/>
          <p:nvPr/>
        </p:nvGraphicFramePr>
        <p:xfrm>
          <a:off x="6726380" y="3449782"/>
          <a:ext cx="6772565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B944D1-E948-784E-A3F3-CFB2B75A4BF6}"/>
              </a:ext>
            </a:extLst>
          </p:cNvPr>
          <p:cNvSpPr txBox="1"/>
          <p:nvPr/>
        </p:nvSpPr>
        <p:spPr>
          <a:xfrm>
            <a:off x="385317" y="352406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96420-EDE4-2440-9654-06276D53B560}"/>
              </a:ext>
            </a:extLst>
          </p:cNvPr>
          <p:cNvSpPr txBox="1"/>
          <p:nvPr/>
        </p:nvSpPr>
        <p:spPr>
          <a:xfrm>
            <a:off x="435011" y="4604093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9194A-2D10-F749-8C96-9068B9D8DB32}"/>
              </a:ext>
            </a:extLst>
          </p:cNvPr>
          <p:cNvSpPr txBox="1"/>
          <p:nvPr/>
        </p:nvSpPr>
        <p:spPr>
          <a:xfrm>
            <a:off x="435011" y="573588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21705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4AD1-C91E-1944-A868-CECA5760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AE96-EAEA-9A4D-9A72-CABE0DDB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cloak patterns</a:t>
            </a:r>
          </a:p>
          <a:p>
            <a:r>
              <a:rPr lang="en-US" dirty="0"/>
              <a:t>Can lead to wrong answers</a:t>
            </a:r>
          </a:p>
          <a:p>
            <a:endParaRPr lang="en-US" dirty="0"/>
          </a:p>
          <a:p>
            <a:r>
              <a:rPr lang="en-US" dirty="0">
                <a:sym typeface="Wingdings" pitchFamily="2" charset="2"/>
              </a:rPr>
              <a:t> need to describe data, and data structure first</a:t>
            </a:r>
          </a:p>
          <a:p>
            <a:pPr lvl="1"/>
            <a:r>
              <a:rPr lang="en-US" dirty="0">
                <a:sym typeface="Wingdings" pitchFamily="2" charset="2"/>
              </a:rPr>
              <a:t>Summary (mean, variances)</a:t>
            </a:r>
          </a:p>
          <a:p>
            <a:pPr lvl="1"/>
            <a:r>
              <a:rPr lang="en-US" dirty="0">
                <a:sym typeface="Wingdings" pitchFamily="2" charset="2"/>
              </a:rPr>
              <a:t>Repeated measures</a:t>
            </a:r>
          </a:p>
          <a:p>
            <a:pPr lvl="1"/>
            <a:r>
              <a:rPr lang="en-US" dirty="0">
                <a:sym typeface="Wingdings" pitchFamily="2" charset="2"/>
              </a:rPr>
              <a:t>Grouping factors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8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618A-B9A6-094A-96B4-A7AC557B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 sparrow ornament: increases with age</a:t>
            </a:r>
          </a:p>
        </p:txBody>
      </p:sp>
      <p:pic>
        <p:nvPicPr>
          <p:cNvPr id="5" name="Picture 4" descr="A small bird perched on top of a wooden branch&#10;&#10;Description automatically generated">
            <a:extLst>
              <a:ext uri="{FF2B5EF4-FFF2-40B4-BE49-F238E27FC236}">
                <a16:creationId xmlns:a16="http://schemas.microsoft.com/office/drawing/2014/main" id="{B8829153-9A63-2E48-A55C-6DC187EFF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61100" y="2133600"/>
            <a:ext cx="4088246" cy="3392374"/>
          </a:xfrm>
          <a:prstGeom prst="rect">
            <a:avLst/>
          </a:prstGeom>
        </p:spPr>
      </p:pic>
      <p:pic>
        <p:nvPicPr>
          <p:cNvPr id="8" name="Picture 7" descr="A small bird perched on a rail&#10;&#10;Description automatically generated">
            <a:extLst>
              <a:ext uri="{FF2B5EF4-FFF2-40B4-BE49-F238E27FC236}">
                <a16:creationId xmlns:a16="http://schemas.microsoft.com/office/drawing/2014/main" id="{351819CB-2B79-6741-AD51-0DF867FD7C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1029" t="23922" r="26528" b="10802"/>
          <a:stretch/>
        </p:blipFill>
        <p:spPr>
          <a:xfrm>
            <a:off x="1842654" y="2133599"/>
            <a:ext cx="4088248" cy="33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4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6CE49220-4012-C240-8348-DE8EE217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3537"/>
            <a:ext cx="6555425" cy="4545445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A90C126-3452-5342-9051-28393BBE0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0"/>
            <a:ext cx="6007100" cy="47244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9FB5577-C635-774A-B686-A80A70C3E323}"/>
              </a:ext>
            </a:extLst>
          </p:cNvPr>
          <p:cNvSpPr/>
          <p:nvPr/>
        </p:nvSpPr>
        <p:spPr>
          <a:xfrm>
            <a:off x="845127" y="-124691"/>
            <a:ext cx="2673928" cy="734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C5FC22-F5F9-B246-AA63-3BC9052D6A89}"/>
              </a:ext>
            </a:extLst>
          </p:cNvPr>
          <p:cNvSpPr/>
          <p:nvPr/>
        </p:nvSpPr>
        <p:spPr>
          <a:xfrm>
            <a:off x="8672947" y="-243609"/>
            <a:ext cx="2673928" cy="734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49857F-DD08-B741-AF1B-ECAC7A2EB95F}"/>
              </a:ext>
            </a:extLst>
          </p:cNvPr>
          <p:cNvCxnSpPr/>
          <p:nvPr/>
        </p:nvCxnSpPr>
        <p:spPr>
          <a:xfrm>
            <a:off x="2022764" y="2909455"/>
            <a:ext cx="5377788" cy="14962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69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A90C126-3452-5342-9051-28393BBE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0"/>
            <a:ext cx="6007100" cy="4724400"/>
          </a:xfrm>
          <a:prstGeom prst="rect">
            <a:avLst/>
          </a:prstGeom>
        </p:spPr>
      </p:pic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BC6C9498-8D75-1D44-AAF8-B6100DF438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499"/>
          <a:stretch/>
        </p:blipFill>
        <p:spPr>
          <a:xfrm>
            <a:off x="-1" y="290945"/>
            <a:ext cx="6096001" cy="508461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AD15276-94EE-CC44-96D6-A453114494CE}"/>
              </a:ext>
            </a:extLst>
          </p:cNvPr>
          <p:cNvSpPr/>
          <p:nvPr/>
        </p:nvSpPr>
        <p:spPr>
          <a:xfrm>
            <a:off x="2660075" y="-76201"/>
            <a:ext cx="2673928" cy="734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01116F-FF0B-6D46-AE3E-E1FD41807BC4}"/>
              </a:ext>
            </a:extLst>
          </p:cNvPr>
          <p:cNvCxnSpPr>
            <a:cxnSpLocks/>
          </p:cNvCxnSpPr>
          <p:nvPr/>
        </p:nvCxnSpPr>
        <p:spPr>
          <a:xfrm flipH="1">
            <a:off x="3997039" y="4502727"/>
            <a:ext cx="3387434" cy="5888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BC6C9498-8D75-1D44-AAF8-B6100DF438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499"/>
          <a:stretch/>
        </p:blipFill>
        <p:spPr>
          <a:xfrm>
            <a:off x="-1" y="290945"/>
            <a:ext cx="6096001" cy="5084618"/>
          </a:xfrm>
          <a:prstGeom prst="rect">
            <a:avLst/>
          </a:prstGeom>
        </p:spPr>
      </p:pic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E77152F3-EAEF-954F-9A09-404EF3741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1" y="894196"/>
            <a:ext cx="6515100" cy="51689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0A3FC00-231F-9C4C-8073-06E6167E1F69}"/>
              </a:ext>
            </a:extLst>
          </p:cNvPr>
          <p:cNvSpPr/>
          <p:nvPr/>
        </p:nvSpPr>
        <p:spPr>
          <a:xfrm>
            <a:off x="9698185" y="671944"/>
            <a:ext cx="2673928" cy="734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6DBD97-157B-DA44-8AD4-702D79877599}"/>
              </a:ext>
            </a:extLst>
          </p:cNvPr>
          <p:cNvCxnSpPr>
            <a:cxnSpLocks/>
          </p:cNvCxnSpPr>
          <p:nvPr/>
        </p:nvCxnSpPr>
        <p:spPr>
          <a:xfrm>
            <a:off x="1898073" y="5250874"/>
            <a:ext cx="3598716" cy="5126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66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0456735E-5348-1D49-B7D1-6B659514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3537"/>
            <a:ext cx="6555425" cy="4545445"/>
          </a:xfrm>
          <a:prstGeom prst="rect">
            <a:avLst/>
          </a:prstGeom>
        </p:spPr>
      </p:pic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E77152F3-EAEF-954F-9A09-404EF3741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1" y="894196"/>
            <a:ext cx="65151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5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something random and fixed?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 of thumb:</a:t>
            </a:r>
          </a:p>
          <a:p>
            <a:r>
              <a:rPr lang="en-US" dirty="0"/>
              <a:t>Random effects are factors!</a:t>
            </a:r>
          </a:p>
          <a:p>
            <a:r>
              <a:rPr lang="en-US" dirty="0"/>
              <a:t>Are you interested in means (fixed) or variance (random)?</a:t>
            </a:r>
          </a:p>
          <a:p>
            <a:r>
              <a:rPr lang="en-US" dirty="0"/>
              <a:t>Do you want to correct for a factorial effect but it’s not in your questions specifically? -&gt; random</a:t>
            </a:r>
          </a:p>
          <a:p>
            <a:r>
              <a:rPr lang="en-US" dirty="0"/>
              <a:t>More than 5 levels: random</a:t>
            </a:r>
          </a:p>
          <a:p>
            <a:r>
              <a:rPr lang="en-US" dirty="0"/>
              <a:t>LMM use only with large N (&gt;50)</a:t>
            </a:r>
          </a:p>
        </p:txBody>
      </p:sp>
    </p:spTree>
    <p:extLst>
      <p:ext uri="{BB962C8B-B14F-4D97-AF65-F5344CB8AC3E}">
        <p14:creationId xmlns:p14="http://schemas.microsoft.com/office/powerpoint/2010/main" val="117134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245</Words>
  <Application>Microsoft Macintosh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Statistics  with  Spa            ows</vt:lpstr>
      <vt:lpstr>Linear mixed models</vt:lpstr>
      <vt:lpstr>Linear mixed models – data structure</vt:lpstr>
      <vt:lpstr>Linear mixed models – data structure</vt:lpstr>
      <vt:lpstr>Linear mixed models – data structure</vt:lpstr>
      <vt:lpstr>Data structure:</vt:lpstr>
      <vt:lpstr>House sparrow ornament: increases with age</vt:lpstr>
      <vt:lpstr>PowerPoint Presentation</vt:lpstr>
      <vt:lpstr>PowerPoint Presentation</vt:lpstr>
      <vt:lpstr>PowerPoint Presentation</vt:lpstr>
      <vt:lpstr>PowerPoint Presentation</vt:lpstr>
      <vt:lpstr>When is something random and fixed?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 with  Spa            ows</dc:title>
  <dc:creator>JS</dc:creator>
  <cp:lastModifiedBy>Schroeder, Julia</cp:lastModifiedBy>
  <cp:revision>115</cp:revision>
  <cp:lastPrinted>2016-10-28T07:35:42Z</cp:lastPrinted>
  <dcterms:created xsi:type="dcterms:W3CDTF">2016-10-19T17:08:10Z</dcterms:created>
  <dcterms:modified xsi:type="dcterms:W3CDTF">2022-08-30T12:02:52Z</dcterms:modified>
</cp:coreProperties>
</file>